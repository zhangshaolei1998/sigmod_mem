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6764000" cy="8001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32"/>
    <p:restoredTop sz="94655"/>
  </p:normalViewPr>
  <p:slideViewPr>
    <p:cSldViewPr snapToGrid="0">
      <p:cViewPr varScale="1">
        <p:scale>
          <a:sx n="86" d="100"/>
          <a:sy n="86" d="100"/>
        </p:scale>
        <p:origin x="248"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Scientific sources: SIGMOD_Mem/secs/03overview.tex, secs/04framework.tex, secs/05secondorder.tex and secs/06executor.tex. The three dated activities and their organizer/duration values are the paper illustrative example, not an experimental measurement. Visual reference: the first author-supplied DeepPrep image, retained at source/source.png in this figure build.</a:t>
            </a:r>
          </a:p>
          <a:p>
            <a:endParaRPr/>
          </a:p>
          <a:p>
            <a:r>
              <a:t>Question travels from User to Agent. Answer travels from Agent to User. Query travels from Agent to the Memory plan selector. The cost-aware execution component returns value, evidence and support status to the Agent through the retrieved-memory record, whose visible value is abbreviated as Ava + evidence. No plan-row output bypasses the executor.</a:t>
            </a:r>
          </a:p>
          <a:p>
            <a:endParaRPr/>
          </a:p>
          <a:p>
            <a:r>
              <a:t>Raw sessions retain closed timestamped User–Agent conversations and speaker identity. First-order memory retains verified source-backed assertion versions, with the two blue duration rows newly acquired for the current query. The original User utterances provide those duration facts. The stored Agent answer is not independent source evidence. Second-order memory retains query context, exposure, validated complete reported consumption, outcomes and actual execution costs. Missing/incomplete reports leave use unobserved; costs and outcomes are logged independently.</a:t>
            </a:r>
          </a:p>
          <a:p>
            <a:endParaRPr/>
          </a:p>
          <a:p>
            <a:r>
              <a:t>The three rows are alternative classes of the chosen normalized finite acyclic evidence plan: atomic with no binding, non-atomic with no binding, and at least one binding. This partitions well-formed plans rather than natural-language questions. The count is one example of independent composition. Comparisons generally retain ties, with later lookups instantiated for each supported bound winner.</a:t>
            </a:r>
          </a:p>
          <a:p>
            <a:endParaRPr/>
          </a:p>
          <a:p>
            <a:r>
              <a:t>The common vertical read bus has first-order fact/evidence state and second-order use/cost-history inputs. Both performance and efficiency receive both inputs. Grounding uses factual evidence with learned fact/source priorities. Cost-aware execution uses cache availability and unresolved checks together with matched historical reductions and costs. Priorities and budgets never establish truth or waive source, version, identity, scope, value, binding or result checks.</a:t>
            </a:r>
          </a:p>
          <a:p>
            <a:endParaRPr/>
          </a:p>
          <a:p>
            <a:r>
              <a:t>In the current March example, all three settings are checked and indoor pottery is excluded. Acquire and verify the missing outdoor durations, compare 4 hours against 3, bind hike-1 into its organizer lookup and return Ava with support. The displayed earlier organizer-use table shows only the organizer subset of the validated complete March-17 use report: Ava/Cara were consumed, Ben was not. All three setting facts, including pottery exclusion, also receive credit.</a:t>
            </a:r>
          </a:p>
          <a:p>
            <a:endParaRPr/>
          </a:p>
          <a:p>
            <a:r>
              <a:t>The executor funds positive predicted diagnostic reduction relative to cost within the remaining query hard cap and rebuilds its ready worklist after each action, releasing unused reservations. All charged planning, acquisition, verification and semantic combination calls count. Deterministic reuse takes zero memory-side LLM calls. Estimated or logged cost fields are illustrative placeholders, not invented experimental numbers. A missing support remains partial/unknown when execution stops. Agent answer-generation calls are separate.</a:t>
            </a:r>
          </a:p>
          <a:p>
            <a:endParaRPr/>
          </a:p>
          <a:p>
            <a:r>
              <a:t>Three alternative pipelines and cost-aware execution share first-order facts and second-order use/cost experience through the common read interface. The selected pipeline runs under the executor, which returns value, evidence and status to the Agent and records actual action costs. Raw User spans supply missing facts after verification. The March example compares the outdoor durations before retrieving the hike organizer. The displayed records are illustrative, not measured costs.</a:t>
            </a:r>
          </a:p>
          <a:p>
            <a:endParaRPr/>
          </a:p>
          <a:p>
            <a:r>
              <a:t>The User and executor illustrations remain the two reference crops. All text, data cells, borders and relationship segments remain native. Paired Q/A and Query/retrieved-memory ports are explicit native anchors at the corresponding card edges. The long result return is outside the pipeline region. Large node moves require moving the associated named ports and route anchors as well; the diagram is not one flattened image.</a:t>
            </a:r>
          </a:p>
          <a:p>
            <a:endParaRPr/>
          </a:p>
          <a:p>
            <a:r>
              <a:t>Visual hierarchy follows the author-provided entity-matching reference (codex-clipboard-ce75b4ad-fd2a-4b9e-9148-3701bc1409c4.png): compact rounded black title plaques with white text, immediately adjacent to concrete evidence. There are two primary technique labels, three alternative plan labels, and three numbered memory levels. No new execution step or empirical claim is introduced by this typography. Relative scientific endpoints and table contents are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C2693F-0D34-4599-B786-453995D314F3}"/>
              </a:ext>
            </a:extLst>
          </p:cNvPr>
          <p:cNvSpPr>
            <a:spLocks noGrp="1"/>
          </p:cNvSpPr>
          <p:nvPr>
            <p:ph type="title"/>
          </p:nvPr>
        </p:nvSpPr>
        <p:spPr>
          <a:xfrm>
            <a:off x="1676400" y="3022600"/>
            <a:ext cx="13411200" cy="1155700"/>
          </a:xfrm>
          <a:prstGeom prst="rect">
            <a:avLst/>
          </a:prstGeom>
          <a:noFill/>
          <a:ln>
            <a:noFill/>
            <a:prstDash val="solid"/>
          </a:ln>
        </p:spPr>
        <p:txBody>
          <a:bodyPr wrap="square" lIns="0" tIns="0" rIns="0" bIns="0" anchor="ctr">
            <a:normAutofit/>
          </a:bodyPr>
          <a:lstStyle>
            <a:defPPr algn="ctr">
              <a:defRPr sz="5600" b="1">
                <a:solidFill>
                  <a:schemeClr val="tx1"/>
                </a:solidFill>
                <a:latin typeface="+mj-lt"/>
                <a:ea typeface="+mj-lt"/>
                <a:cs typeface="+mj-lt"/>
              </a:defRPr>
            </a:defPPr>
            <a:lvl1pPr marL="0" indent="0" algn="ctr">
              <a:lnSpc>
                <a:spcPct val="110000"/>
              </a:lnSpc>
              <a:spcBef>
                <a:spcPts val="0"/>
              </a:spcBef>
              <a:spcAft>
                <a:spcPts val="0"/>
              </a:spcAft>
              <a:buNone/>
              <a:defRPr sz="5600" b="1">
                <a:solidFill>
                  <a:schemeClr val="tx1"/>
                </a:solidFill>
                <a:latin typeface="+mj-lt"/>
                <a:ea typeface="+mj-lt"/>
                <a:cs typeface="+mj-lt"/>
              </a:defRPr>
            </a:lvl1pPr>
            <a:lvl2pPr marL="0" indent="0" algn="ctr">
              <a:lnSpc>
                <a:spcPct val="110000"/>
              </a:lnSpc>
              <a:spcBef>
                <a:spcPts val="0"/>
              </a:spcBef>
              <a:spcAft>
                <a:spcPts val="0"/>
              </a:spcAft>
              <a:buNone/>
              <a:defRPr sz="5600" b="1">
                <a:solidFill>
                  <a:schemeClr val="tx1"/>
                </a:solidFill>
                <a:latin typeface="+mj-lt"/>
                <a:ea typeface="+mj-lt"/>
                <a:cs typeface="+mj-lt"/>
              </a:defRPr>
            </a:lvl2pPr>
            <a:lvl3pPr marL="0" indent="0" algn="ctr">
              <a:lnSpc>
                <a:spcPct val="110000"/>
              </a:lnSpc>
              <a:spcBef>
                <a:spcPts val="0"/>
              </a:spcBef>
              <a:spcAft>
                <a:spcPts val="0"/>
              </a:spcAft>
              <a:buNone/>
              <a:defRPr sz="5600" b="1">
                <a:solidFill>
                  <a:schemeClr val="tx1"/>
                </a:solidFill>
                <a:latin typeface="+mj-lt"/>
                <a:ea typeface="+mj-lt"/>
                <a:cs typeface="+mj-lt"/>
              </a:defRPr>
            </a:lvl3pPr>
            <a:lvl4pPr marL="0" indent="0" algn="ctr">
              <a:lnSpc>
                <a:spcPct val="110000"/>
              </a:lnSpc>
              <a:spcBef>
                <a:spcPts val="0"/>
              </a:spcBef>
              <a:spcAft>
                <a:spcPts val="0"/>
              </a:spcAft>
              <a:buNone/>
              <a:defRPr sz="5600" b="1">
                <a:solidFill>
                  <a:schemeClr val="tx1"/>
                </a:solidFill>
                <a:latin typeface="+mj-lt"/>
                <a:ea typeface="+mj-lt"/>
                <a:cs typeface="+mj-lt"/>
              </a:defRPr>
            </a:lvl4pPr>
            <a:lvl5pPr marL="0" indent="0" algn="ctr">
              <a:lnSpc>
                <a:spcPct val="110000"/>
              </a:lnSpc>
              <a:spcBef>
                <a:spcPts val="0"/>
              </a:spcBef>
              <a:spcAft>
                <a:spcPts val="0"/>
              </a:spcAft>
              <a:buNone/>
              <a:defRPr sz="5600" b="1">
                <a:solidFill>
                  <a:schemeClr val="tx1"/>
                </a:solidFill>
                <a:latin typeface="+mj-lt"/>
                <a:ea typeface="+mj-lt"/>
                <a:cs typeface="+mj-lt"/>
              </a:defRPr>
            </a:lvl5pPr>
            <a:lvl6pPr marL="0" indent="0" algn="ctr">
              <a:lnSpc>
                <a:spcPct val="110000"/>
              </a:lnSpc>
              <a:spcBef>
                <a:spcPts val="0"/>
              </a:spcBef>
              <a:spcAft>
                <a:spcPts val="0"/>
              </a:spcAft>
              <a:buNone/>
              <a:defRPr sz="5600" b="1">
                <a:solidFill>
                  <a:schemeClr val="tx1"/>
                </a:solidFill>
                <a:latin typeface="+mj-lt"/>
                <a:ea typeface="+mj-lt"/>
                <a:cs typeface="+mj-lt"/>
              </a:defRPr>
            </a:lvl6pPr>
            <a:lvl7pPr marL="0" indent="0" algn="ctr">
              <a:lnSpc>
                <a:spcPct val="110000"/>
              </a:lnSpc>
              <a:spcBef>
                <a:spcPts val="0"/>
              </a:spcBef>
              <a:spcAft>
                <a:spcPts val="0"/>
              </a:spcAft>
              <a:buNone/>
              <a:defRPr sz="5600" b="1">
                <a:solidFill>
                  <a:schemeClr val="tx1"/>
                </a:solidFill>
                <a:latin typeface="+mj-lt"/>
                <a:ea typeface="+mj-lt"/>
                <a:cs typeface="+mj-lt"/>
              </a:defRPr>
            </a:lvl7pPr>
            <a:lvl8pPr marL="0" indent="0" algn="ctr">
              <a:lnSpc>
                <a:spcPct val="110000"/>
              </a:lnSpc>
              <a:spcBef>
                <a:spcPts val="0"/>
              </a:spcBef>
              <a:spcAft>
                <a:spcPts val="0"/>
              </a:spcAft>
              <a:buNone/>
              <a:defRPr sz="5600" b="1">
                <a:solidFill>
                  <a:schemeClr val="tx1"/>
                </a:solidFill>
                <a:latin typeface="+mj-lt"/>
                <a:ea typeface="+mj-lt"/>
                <a:cs typeface="+mj-lt"/>
              </a:defRPr>
            </a:lvl8pPr>
            <a:lvl9pPr marL="0" indent="0" algn="ctr">
              <a:lnSpc>
                <a:spcPct val="110000"/>
              </a:lnSpc>
              <a:spcBef>
                <a:spcPts val="0"/>
              </a:spcBef>
              <a:spcAft>
                <a:spcPts val="0"/>
              </a:spcAft>
              <a:buNone/>
              <a:defRPr sz="56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4F259A16-488C-4EAE-A79F-23E34B12ECA9}"/>
              </a:ext>
            </a:extLst>
          </p:cNvPr>
          <p:cNvSpPr>
            <a:spLocks noGrp="1"/>
          </p:cNvSpPr>
          <p:nvPr>
            <p:ph type="subTitle" idx="1"/>
          </p:nvPr>
        </p:nvSpPr>
        <p:spPr>
          <a:xfrm>
            <a:off x="2514600" y="4400550"/>
            <a:ext cx="11734800" cy="889000"/>
          </a:xfrm>
          <a:prstGeom prst="rect">
            <a:avLst/>
          </a:prstGeom>
          <a:noFill/>
          <a:ln>
            <a:noFill/>
            <a:prstDash val="solid"/>
          </a:ln>
        </p:spPr>
        <p:txBody>
          <a:bodyPr wrap="square" lIns="0" tIns="0" rIns="0" bIns="0" anchor="ctr">
            <a:normAutofit/>
          </a:bodyPr>
          <a:lstStyle>
            <a:defPPr algn="ctr">
              <a:defRPr sz="2450" b="0">
                <a:solidFill>
                  <a:schemeClr val="tx1"/>
                </a:solidFill>
                <a:latin typeface="+mn-lt"/>
                <a:ea typeface="+mn-lt"/>
                <a:cs typeface="+mn-lt"/>
              </a:defRPr>
            </a:defPPr>
            <a:lvl1pPr marL="0" indent="0" algn="ctr">
              <a:lnSpc>
                <a:spcPct val="110000"/>
              </a:lnSpc>
              <a:spcBef>
                <a:spcPts val="0"/>
              </a:spcBef>
              <a:spcAft>
                <a:spcPts val="0"/>
              </a:spcAft>
              <a:buNone/>
              <a:defRPr sz="2450" b="0">
                <a:solidFill>
                  <a:schemeClr val="tx1"/>
                </a:solidFill>
                <a:latin typeface="+mn-lt"/>
                <a:ea typeface="+mn-lt"/>
                <a:cs typeface="+mn-lt"/>
              </a:defRPr>
            </a:lvl1pPr>
            <a:lvl2pPr marL="0" indent="0" algn="ctr">
              <a:lnSpc>
                <a:spcPct val="110000"/>
              </a:lnSpc>
              <a:spcBef>
                <a:spcPts val="0"/>
              </a:spcBef>
              <a:spcAft>
                <a:spcPts val="0"/>
              </a:spcAft>
              <a:buNone/>
              <a:defRPr sz="2450" b="0">
                <a:solidFill>
                  <a:schemeClr val="tx1"/>
                </a:solidFill>
                <a:latin typeface="+mn-lt"/>
                <a:ea typeface="+mn-lt"/>
                <a:cs typeface="+mn-lt"/>
              </a:defRPr>
            </a:lvl2pPr>
            <a:lvl3pPr marL="0" indent="0" algn="ctr">
              <a:lnSpc>
                <a:spcPct val="110000"/>
              </a:lnSpc>
              <a:spcBef>
                <a:spcPts val="0"/>
              </a:spcBef>
              <a:spcAft>
                <a:spcPts val="0"/>
              </a:spcAft>
              <a:buNone/>
              <a:defRPr sz="2450" b="0">
                <a:solidFill>
                  <a:schemeClr val="tx1"/>
                </a:solidFill>
                <a:latin typeface="+mn-lt"/>
                <a:ea typeface="+mn-lt"/>
                <a:cs typeface="+mn-lt"/>
              </a:defRPr>
            </a:lvl3pPr>
            <a:lvl4pPr marL="0" indent="0" algn="ctr">
              <a:lnSpc>
                <a:spcPct val="110000"/>
              </a:lnSpc>
              <a:spcBef>
                <a:spcPts val="0"/>
              </a:spcBef>
              <a:spcAft>
                <a:spcPts val="0"/>
              </a:spcAft>
              <a:buNone/>
              <a:defRPr sz="2450" b="0">
                <a:solidFill>
                  <a:schemeClr val="tx1"/>
                </a:solidFill>
                <a:latin typeface="+mn-lt"/>
                <a:ea typeface="+mn-lt"/>
                <a:cs typeface="+mn-lt"/>
              </a:defRPr>
            </a:lvl4pPr>
            <a:lvl5pPr marL="0" indent="0" algn="ctr">
              <a:lnSpc>
                <a:spcPct val="110000"/>
              </a:lnSpc>
              <a:spcBef>
                <a:spcPts val="0"/>
              </a:spcBef>
              <a:spcAft>
                <a:spcPts val="0"/>
              </a:spcAft>
              <a:buNone/>
              <a:defRPr sz="2450" b="0">
                <a:solidFill>
                  <a:schemeClr val="tx1"/>
                </a:solidFill>
                <a:latin typeface="+mn-lt"/>
                <a:ea typeface="+mn-lt"/>
                <a:cs typeface="+mn-lt"/>
              </a:defRPr>
            </a:lvl5pPr>
            <a:lvl6pPr marL="0" indent="0" algn="ctr">
              <a:lnSpc>
                <a:spcPct val="110000"/>
              </a:lnSpc>
              <a:spcBef>
                <a:spcPts val="0"/>
              </a:spcBef>
              <a:spcAft>
                <a:spcPts val="0"/>
              </a:spcAft>
              <a:buNone/>
              <a:defRPr sz="2450" b="0">
                <a:solidFill>
                  <a:schemeClr val="tx1"/>
                </a:solidFill>
                <a:latin typeface="+mn-lt"/>
                <a:ea typeface="+mn-lt"/>
                <a:cs typeface="+mn-lt"/>
              </a:defRPr>
            </a:lvl6pPr>
            <a:lvl7pPr marL="0" indent="0" algn="ctr">
              <a:lnSpc>
                <a:spcPct val="110000"/>
              </a:lnSpc>
              <a:spcBef>
                <a:spcPts val="0"/>
              </a:spcBef>
              <a:spcAft>
                <a:spcPts val="0"/>
              </a:spcAft>
              <a:buNone/>
              <a:defRPr sz="2450" b="0">
                <a:solidFill>
                  <a:schemeClr val="tx1"/>
                </a:solidFill>
                <a:latin typeface="+mn-lt"/>
                <a:ea typeface="+mn-lt"/>
                <a:cs typeface="+mn-lt"/>
              </a:defRPr>
            </a:lvl7pPr>
            <a:lvl8pPr marL="0" indent="0" algn="ctr">
              <a:lnSpc>
                <a:spcPct val="110000"/>
              </a:lnSpc>
              <a:spcBef>
                <a:spcPts val="0"/>
              </a:spcBef>
              <a:spcAft>
                <a:spcPts val="0"/>
              </a:spcAft>
              <a:buNone/>
              <a:defRPr sz="2450" b="0">
                <a:solidFill>
                  <a:schemeClr val="tx1"/>
                </a:solidFill>
                <a:latin typeface="+mn-lt"/>
                <a:ea typeface="+mn-lt"/>
                <a:cs typeface="+mn-lt"/>
              </a:defRPr>
            </a:lvl8pPr>
            <a:lvl9pPr marL="0" indent="0" algn="ctr">
              <a:lnSpc>
                <a:spcPct val="110000"/>
              </a:lnSpc>
              <a:spcBef>
                <a:spcPts val="0"/>
              </a:spcBef>
              <a:spcAft>
                <a:spcPts val="0"/>
              </a:spcAft>
              <a:buNone/>
              <a:defRPr sz="245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D69922F-61C6-4AE3-B4B2-988527F75045}"/>
              </a:ext>
            </a:extLst>
          </p:cNvPr>
          <p:cNvSpPr>
            <a:spLocks noGrp="1"/>
          </p:cNvSpPr>
          <p:nvPr>
            <p:ph type="title"/>
          </p:nvPr>
        </p:nvSpPr>
        <p:spPr>
          <a:xfrm>
            <a:off x="1676400" y="3333750"/>
            <a:ext cx="13411200" cy="1333500"/>
          </a:xfrm>
          <a:prstGeom prst="rect">
            <a:avLst/>
          </a:prstGeom>
          <a:noFill/>
          <a:ln>
            <a:noFill/>
            <a:prstDash val="solid"/>
          </a:ln>
        </p:spPr>
        <p:txBody>
          <a:bodyPr wrap="square" lIns="0" tIns="0" rIns="0" bIns="0" anchor="ctr">
            <a:normAutofit/>
          </a:bodyPr>
          <a:lstStyle>
            <a:defPPr algn="ctr">
              <a:defRPr sz="4900" b="1">
                <a:solidFill>
                  <a:schemeClr val="tx1"/>
                </a:solidFill>
                <a:latin typeface="+mj-lt"/>
                <a:ea typeface="+mj-lt"/>
                <a:cs typeface="+mj-lt"/>
              </a:defRPr>
            </a:defPPr>
            <a:lvl1pPr marL="0" indent="0" algn="ctr">
              <a:lnSpc>
                <a:spcPct val="110000"/>
              </a:lnSpc>
              <a:spcBef>
                <a:spcPts val="0"/>
              </a:spcBef>
              <a:spcAft>
                <a:spcPts val="0"/>
              </a:spcAft>
              <a:buNone/>
              <a:defRPr sz="4900" b="1">
                <a:solidFill>
                  <a:schemeClr val="tx1"/>
                </a:solidFill>
                <a:latin typeface="+mj-lt"/>
                <a:ea typeface="+mj-lt"/>
                <a:cs typeface="+mj-lt"/>
              </a:defRPr>
            </a:lvl1pPr>
            <a:lvl2pPr marL="0" indent="0" algn="ctr">
              <a:lnSpc>
                <a:spcPct val="110000"/>
              </a:lnSpc>
              <a:spcBef>
                <a:spcPts val="0"/>
              </a:spcBef>
              <a:spcAft>
                <a:spcPts val="0"/>
              </a:spcAft>
              <a:buNone/>
              <a:defRPr sz="4900" b="1">
                <a:solidFill>
                  <a:schemeClr val="tx1"/>
                </a:solidFill>
                <a:latin typeface="+mj-lt"/>
                <a:ea typeface="+mj-lt"/>
                <a:cs typeface="+mj-lt"/>
              </a:defRPr>
            </a:lvl2pPr>
            <a:lvl3pPr marL="0" indent="0" algn="ctr">
              <a:lnSpc>
                <a:spcPct val="110000"/>
              </a:lnSpc>
              <a:spcBef>
                <a:spcPts val="0"/>
              </a:spcBef>
              <a:spcAft>
                <a:spcPts val="0"/>
              </a:spcAft>
              <a:buNone/>
              <a:defRPr sz="4900" b="1">
                <a:solidFill>
                  <a:schemeClr val="tx1"/>
                </a:solidFill>
                <a:latin typeface="+mj-lt"/>
                <a:ea typeface="+mj-lt"/>
                <a:cs typeface="+mj-lt"/>
              </a:defRPr>
            </a:lvl3pPr>
            <a:lvl4pPr marL="0" indent="0" algn="ctr">
              <a:lnSpc>
                <a:spcPct val="110000"/>
              </a:lnSpc>
              <a:spcBef>
                <a:spcPts val="0"/>
              </a:spcBef>
              <a:spcAft>
                <a:spcPts val="0"/>
              </a:spcAft>
              <a:buNone/>
              <a:defRPr sz="4900" b="1">
                <a:solidFill>
                  <a:schemeClr val="tx1"/>
                </a:solidFill>
                <a:latin typeface="+mj-lt"/>
                <a:ea typeface="+mj-lt"/>
                <a:cs typeface="+mj-lt"/>
              </a:defRPr>
            </a:lvl4pPr>
            <a:lvl5pPr marL="0" indent="0" algn="ctr">
              <a:lnSpc>
                <a:spcPct val="110000"/>
              </a:lnSpc>
              <a:spcBef>
                <a:spcPts val="0"/>
              </a:spcBef>
              <a:spcAft>
                <a:spcPts val="0"/>
              </a:spcAft>
              <a:buNone/>
              <a:defRPr sz="4900" b="1">
                <a:solidFill>
                  <a:schemeClr val="tx1"/>
                </a:solidFill>
                <a:latin typeface="+mj-lt"/>
                <a:ea typeface="+mj-lt"/>
                <a:cs typeface="+mj-lt"/>
              </a:defRPr>
            </a:lvl5pPr>
            <a:lvl6pPr marL="0" indent="0" algn="ctr">
              <a:lnSpc>
                <a:spcPct val="110000"/>
              </a:lnSpc>
              <a:spcBef>
                <a:spcPts val="0"/>
              </a:spcBef>
              <a:spcAft>
                <a:spcPts val="0"/>
              </a:spcAft>
              <a:buNone/>
              <a:defRPr sz="4900" b="1">
                <a:solidFill>
                  <a:schemeClr val="tx1"/>
                </a:solidFill>
                <a:latin typeface="+mj-lt"/>
                <a:ea typeface="+mj-lt"/>
                <a:cs typeface="+mj-lt"/>
              </a:defRPr>
            </a:lvl6pPr>
            <a:lvl7pPr marL="0" indent="0" algn="ctr">
              <a:lnSpc>
                <a:spcPct val="110000"/>
              </a:lnSpc>
              <a:spcBef>
                <a:spcPts val="0"/>
              </a:spcBef>
              <a:spcAft>
                <a:spcPts val="0"/>
              </a:spcAft>
              <a:buNone/>
              <a:defRPr sz="4900" b="1">
                <a:solidFill>
                  <a:schemeClr val="tx1"/>
                </a:solidFill>
                <a:latin typeface="+mj-lt"/>
                <a:ea typeface="+mj-lt"/>
                <a:cs typeface="+mj-lt"/>
              </a:defRPr>
            </a:lvl7pPr>
            <a:lvl8pPr marL="0" indent="0" algn="ctr">
              <a:lnSpc>
                <a:spcPct val="110000"/>
              </a:lnSpc>
              <a:spcBef>
                <a:spcPts val="0"/>
              </a:spcBef>
              <a:spcAft>
                <a:spcPts val="0"/>
              </a:spcAft>
              <a:buNone/>
              <a:defRPr sz="4900" b="1">
                <a:solidFill>
                  <a:schemeClr val="tx1"/>
                </a:solidFill>
                <a:latin typeface="+mj-lt"/>
                <a:ea typeface="+mj-lt"/>
                <a:cs typeface="+mj-lt"/>
              </a:defRPr>
            </a:lvl8pPr>
            <a:lvl9pPr marL="0" indent="0" algn="ctr">
              <a:lnSpc>
                <a:spcPct val="110000"/>
              </a:lnSpc>
              <a:spcBef>
                <a:spcPts val="0"/>
              </a:spcBef>
              <a:spcAft>
                <a:spcPts val="0"/>
              </a:spcAft>
              <a:buNone/>
              <a:defRPr sz="49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2D26D54-8948-41C7-99B4-A6B60182BBBA}"/>
              </a:ext>
            </a:extLst>
          </p:cNvPr>
          <p:cNvSpPr>
            <a:spLocks noGrp="1"/>
          </p:cNvSpPr>
          <p:nvPr>
            <p:ph type="title"/>
          </p:nvPr>
        </p:nvSpPr>
        <p:spPr>
          <a:xfrm>
            <a:off x="942975" y="622300"/>
            <a:ext cx="14878050" cy="977900"/>
          </a:xfrm>
          <a:prstGeom prst="rect">
            <a:avLst/>
          </a:prstGeom>
          <a:noFill/>
          <a:ln>
            <a:noFill/>
            <a:prstDash val="solid"/>
          </a:ln>
        </p:spPr>
        <p:txBody>
          <a:bodyPr wrap="square" lIns="0" tIns="0" rIns="0" bIns="0" anchor="t">
            <a:normAutofit/>
          </a:bodyPr>
          <a:lstStyle>
            <a:defPPr algn="l">
              <a:defRPr sz="3850" b="1">
                <a:solidFill>
                  <a:schemeClr val="tx1"/>
                </a:solidFill>
                <a:latin typeface="+mj-lt"/>
                <a:ea typeface="+mj-lt"/>
                <a:cs typeface="+mj-lt"/>
              </a:defRPr>
            </a:defPPr>
            <a:lvl1pPr marL="0" indent="0" algn="l">
              <a:lnSpc>
                <a:spcPct val="110000"/>
              </a:lnSpc>
              <a:spcBef>
                <a:spcPts val="0"/>
              </a:spcBef>
              <a:spcAft>
                <a:spcPts val="0"/>
              </a:spcAft>
              <a:buNone/>
              <a:defRPr sz="3850" b="1">
                <a:solidFill>
                  <a:schemeClr val="tx1"/>
                </a:solidFill>
                <a:latin typeface="+mj-lt"/>
                <a:ea typeface="+mj-lt"/>
                <a:cs typeface="+mj-lt"/>
              </a:defRPr>
            </a:lvl1pPr>
            <a:lvl2pPr marL="0" indent="0" algn="l">
              <a:lnSpc>
                <a:spcPct val="110000"/>
              </a:lnSpc>
              <a:spcBef>
                <a:spcPts val="0"/>
              </a:spcBef>
              <a:spcAft>
                <a:spcPts val="0"/>
              </a:spcAft>
              <a:buNone/>
              <a:defRPr sz="3850" b="1">
                <a:solidFill>
                  <a:schemeClr val="tx1"/>
                </a:solidFill>
                <a:latin typeface="+mj-lt"/>
                <a:ea typeface="+mj-lt"/>
                <a:cs typeface="+mj-lt"/>
              </a:defRPr>
            </a:lvl2pPr>
            <a:lvl3pPr marL="0" indent="0" algn="l">
              <a:lnSpc>
                <a:spcPct val="110000"/>
              </a:lnSpc>
              <a:spcBef>
                <a:spcPts val="0"/>
              </a:spcBef>
              <a:spcAft>
                <a:spcPts val="0"/>
              </a:spcAft>
              <a:buNone/>
              <a:defRPr sz="3850" b="1">
                <a:solidFill>
                  <a:schemeClr val="tx1"/>
                </a:solidFill>
                <a:latin typeface="+mj-lt"/>
                <a:ea typeface="+mj-lt"/>
                <a:cs typeface="+mj-lt"/>
              </a:defRPr>
            </a:lvl3pPr>
            <a:lvl4pPr marL="0" indent="0" algn="l">
              <a:lnSpc>
                <a:spcPct val="110000"/>
              </a:lnSpc>
              <a:spcBef>
                <a:spcPts val="0"/>
              </a:spcBef>
              <a:spcAft>
                <a:spcPts val="0"/>
              </a:spcAft>
              <a:buNone/>
              <a:defRPr sz="3850" b="1">
                <a:solidFill>
                  <a:schemeClr val="tx1"/>
                </a:solidFill>
                <a:latin typeface="+mj-lt"/>
                <a:ea typeface="+mj-lt"/>
                <a:cs typeface="+mj-lt"/>
              </a:defRPr>
            </a:lvl4pPr>
            <a:lvl5pPr marL="0" indent="0" algn="l">
              <a:lnSpc>
                <a:spcPct val="110000"/>
              </a:lnSpc>
              <a:spcBef>
                <a:spcPts val="0"/>
              </a:spcBef>
              <a:spcAft>
                <a:spcPts val="0"/>
              </a:spcAft>
              <a:buNone/>
              <a:defRPr sz="3850" b="1">
                <a:solidFill>
                  <a:schemeClr val="tx1"/>
                </a:solidFill>
                <a:latin typeface="+mj-lt"/>
                <a:ea typeface="+mj-lt"/>
                <a:cs typeface="+mj-lt"/>
              </a:defRPr>
            </a:lvl5pPr>
            <a:lvl6pPr marL="0" indent="0" algn="l">
              <a:lnSpc>
                <a:spcPct val="110000"/>
              </a:lnSpc>
              <a:spcBef>
                <a:spcPts val="0"/>
              </a:spcBef>
              <a:spcAft>
                <a:spcPts val="0"/>
              </a:spcAft>
              <a:buNone/>
              <a:defRPr sz="3850" b="1">
                <a:solidFill>
                  <a:schemeClr val="tx1"/>
                </a:solidFill>
                <a:latin typeface="+mj-lt"/>
                <a:ea typeface="+mj-lt"/>
                <a:cs typeface="+mj-lt"/>
              </a:defRPr>
            </a:lvl6pPr>
            <a:lvl7pPr marL="0" indent="0" algn="l">
              <a:lnSpc>
                <a:spcPct val="110000"/>
              </a:lnSpc>
              <a:spcBef>
                <a:spcPts val="0"/>
              </a:spcBef>
              <a:spcAft>
                <a:spcPts val="0"/>
              </a:spcAft>
              <a:buNone/>
              <a:defRPr sz="3850" b="1">
                <a:solidFill>
                  <a:schemeClr val="tx1"/>
                </a:solidFill>
                <a:latin typeface="+mj-lt"/>
                <a:ea typeface="+mj-lt"/>
                <a:cs typeface="+mj-lt"/>
              </a:defRPr>
            </a:lvl7pPr>
            <a:lvl8pPr marL="0" indent="0" algn="l">
              <a:lnSpc>
                <a:spcPct val="110000"/>
              </a:lnSpc>
              <a:spcBef>
                <a:spcPts val="0"/>
              </a:spcBef>
              <a:spcAft>
                <a:spcPts val="0"/>
              </a:spcAft>
              <a:buNone/>
              <a:defRPr sz="3850" b="1">
                <a:solidFill>
                  <a:schemeClr val="tx1"/>
                </a:solidFill>
                <a:latin typeface="+mj-lt"/>
                <a:ea typeface="+mj-lt"/>
                <a:cs typeface="+mj-lt"/>
              </a:defRPr>
            </a:lvl8pPr>
            <a:lvl9pPr marL="0" indent="0" algn="l">
              <a:lnSpc>
                <a:spcPct val="110000"/>
              </a:lnSpc>
              <a:spcBef>
                <a:spcPts val="0"/>
              </a:spcBef>
              <a:spcAft>
                <a:spcPts val="0"/>
              </a:spcAft>
              <a:buNone/>
              <a:defRPr sz="385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A6782C4-0CE1-4045-A93A-867E51F396A0}"/>
              </a:ext>
            </a:extLst>
          </p:cNvPr>
          <p:cNvSpPr>
            <a:spLocks noGrp="1"/>
          </p:cNvSpPr>
          <p:nvPr>
            <p:ph type="body" idx="1"/>
          </p:nvPr>
        </p:nvSpPr>
        <p:spPr>
          <a:xfrm>
            <a:off x="942975" y="2222500"/>
            <a:ext cx="14878050" cy="49784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66700" indent="-266700" algn="l">
              <a:lnSpc>
                <a:spcPct val="110000"/>
              </a:lnSpc>
              <a:spcBef>
                <a:spcPts val="0"/>
              </a:spcBef>
              <a:spcAft>
                <a:spcPts val="1400"/>
              </a:spcAft>
              <a:buChar char="•"/>
              <a:defRPr sz="2625" b="0">
                <a:solidFill>
                  <a:schemeClr val="tx1"/>
                </a:solidFill>
                <a:latin typeface="+mn-lt"/>
                <a:ea typeface="+mn-lt"/>
                <a:cs typeface="+mn-lt"/>
              </a:defRPr>
            </a:lvl1pPr>
            <a:lvl2pPr marL="622300" indent="-266700" algn="l">
              <a:lnSpc>
                <a:spcPct val="110000"/>
              </a:lnSpc>
              <a:spcBef>
                <a:spcPts val="0"/>
              </a:spcBef>
              <a:spcAft>
                <a:spcPts val="1400"/>
              </a:spcAft>
              <a:buChar char="•"/>
              <a:defRPr sz="2625" b="0">
                <a:solidFill>
                  <a:schemeClr val="tx1"/>
                </a:solidFill>
                <a:latin typeface="+mn-lt"/>
                <a:ea typeface="+mn-lt"/>
                <a:cs typeface="+mn-lt"/>
              </a:defRPr>
            </a:lvl2pPr>
            <a:lvl3pPr marL="977900" indent="-266700" algn="l">
              <a:lnSpc>
                <a:spcPct val="110000"/>
              </a:lnSpc>
              <a:spcBef>
                <a:spcPts val="0"/>
              </a:spcBef>
              <a:spcAft>
                <a:spcPts val="1400"/>
              </a:spcAft>
              <a:buChar char="•"/>
              <a:defRPr sz="2625" b="0">
                <a:solidFill>
                  <a:schemeClr val="tx1"/>
                </a:solidFill>
                <a:latin typeface="+mn-lt"/>
                <a:ea typeface="+mn-lt"/>
                <a:cs typeface="+mn-lt"/>
              </a:defRPr>
            </a:lvl3pPr>
            <a:lvl4pPr marL="1333500" indent="-266700" algn="l">
              <a:lnSpc>
                <a:spcPct val="110000"/>
              </a:lnSpc>
              <a:spcBef>
                <a:spcPts val="0"/>
              </a:spcBef>
              <a:spcAft>
                <a:spcPts val="1400"/>
              </a:spcAft>
              <a:buChar char="•"/>
              <a:defRPr sz="2625" b="0">
                <a:solidFill>
                  <a:schemeClr val="tx1"/>
                </a:solidFill>
                <a:latin typeface="+mn-lt"/>
                <a:ea typeface="+mn-lt"/>
                <a:cs typeface="+mn-lt"/>
              </a:defRPr>
            </a:lvl4pPr>
            <a:lvl5pPr marL="1689100" indent="-266700" algn="l">
              <a:lnSpc>
                <a:spcPct val="110000"/>
              </a:lnSpc>
              <a:spcBef>
                <a:spcPts val="0"/>
              </a:spcBef>
              <a:spcAft>
                <a:spcPts val="1400"/>
              </a:spcAft>
              <a:buChar char="•"/>
              <a:defRPr sz="2625" b="0">
                <a:solidFill>
                  <a:schemeClr val="tx1"/>
                </a:solidFill>
                <a:latin typeface="+mn-lt"/>
                <a:ea typeface="+mn-lt"/>
                <a:cs typeface="+mn-lt"/>
              </a:defRPr>
            </a:lvl5pPr>
            <a:lvl6pPr marL="2044700" indent="-266700" algn="l">
              <a:lnSpc>
                <a:spcPct val="110000"/>
              </a:lnSpc>
              <a:spcBef>
                <a:spcPts val="0"/>
              </a:spcBef>
              <a:spcAft>
                <a:spcPts val="1400"/>
              </a:spcAft>
              <a:buChar char="•"/>
              <a:defRPr sz="2625" b="0">
                <a:solidFill>
                  <a:schemeClr val="tx1"/>
                </a:solidFill>
                <a:latin typeface="+mn-lt"/>
                <a:ea typeface="+mn-lt"/>
                <a:cs typeface="+mn-lt"/>
              </a:defRPr>
            </a:lvl6pPr>
            <a:lvl7pPr marL="2400300" indent="-266700" algn="l">
              <a:lnSpc>
                <a:spcPct val="110000"/>
              </a:lnSpc>
              <a:spcBef>
                <a:spcPts val="0"/>
              </a:spcBef>
              <a:spcAft>
                <a:spcPts val="1400"/>
              </a:spcAft>
              <a:buChar char="•"/>
              <a:defRPr sz="2625" b="0">
                <a:solidFill>
                  <a:schemeClr val="tx1"/>
                </a:solidFill>
                <a:latin typeface="+mn-lt"/>
                <a:ea typeface="+mn-lt"/>
                <a:cs typeface="+mn-lt"/>
              </a:defRPr>
            </a:lvl7pPr>
            <a:lvl8pPr marL="2755900" indent="-266700" algn="l">
              <a:lnSpc>
                <a:spcPct val="110000"/>
              </a:lnSpc>
              <a:spcBef>
                <a:spcPts val="0"/>
              </a:spcBef>
              <a:spcAft>
                <a:spcPts val="1400"/>
              </a:spcAft>
              <a:buChar char="•"/>
              <a:defRPr sz="2625" b="0">
                <a:solidFill>
                  <a:schemeClr val="tx1"/>
                </a:solidFill>
                <a:latin typeface="+mn-lt"/>
                <a:ea typeface="+mn-lt"/>
                <a:cs typeface="+mn-lt"/>
              </a:defRPr>
            </a:lvl8pPr>
            <a:lvl9pPr marL="3111500" indent="-266700" algn="l">
              <a:lnSpc>
                <a:spcPct val="110000"/>
              </a:lnSpc>
              <a:spcBef>
                <a:spcPts val="0"/>
              </a:spcBef>
              <a:spcAft>
                <a:spcPts val="1400"/>
              </a:spcAft>
              <a:buChar char="•"/>
              <a:defRPr sz="2625"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54960A9-5403-4A05-8FD7-FDDCED3CA94F}"/>
              </a:ext>
            </a:extLst>
          </p:cNvPr>
          <p:cNvSpPr>
            <a:spLocks noGrp="1"/>
          </p:cNvSpPr>
          <p:nvPr>
            <p:ph type="title"/>
          </p:nvPr>
        </p:nvSpPr>
        <p:spPr>
          <a:xfrm>
            <a:off x="942975" y="622300"/>
            <a:ext cx="14878050" cy="977900"/>
          </a:xfrm>
          <a:prstGeom prst="rect">
            <a:avLst/>
          </a:prstGeom>
          <a:noFill/>
          <a:ln>
            <a:noFill/>
            <a:prstDash val="solid"/>
          </a:ln>
        </p:spPr>
        <p:txBody>
          <a:bodyPr wrap="square" lIns="0" tIns="0" rIns="0" bIns="0" anchor="t">
            <a:normAutofit/>
          </a:bodyPr>
          <a:lstStyle>
            <a:defPPr algn="l">
              <a:defRPr sz="3850" b="1">
                <a:solidFill>
                  <a:schemeClr val="tx1"/>
                </a:solidFill>
                <a:latin typeface="+mj-lt"/>
                <a:ea typeface="+mj-lt"/>
                <a:cs typeface="+mj-lt"/>
              </a:defRPr>
            </a:defPPr>
            <a:lvl1pPr marL="0" indent="0" algn="l">
              <a:lnSpc>
                <a:spcPct val="110000"/>
              </a:lnSpc>
              <a:spcBef>
                <a:spcPts val="0"/>
              </a:spcBef>
              <a:spcAft>
                <a:spcPts val="0"/>
              </a:spcAft>
              <a:buNone/>
              <a:defRPr sz="3850" b="1">
                <a:solidFill>
                  <a:schemeClr val="tx1"/>
                </a:solidFill>
                <a:latin typeface="+mj-lt"/>
                <a:ea typeface="+mj-lt"/>
                <a:cs typeface="+mj-lt"/>
              </a:defRPr>
            </a:lvl1pPr>
            <a:lvl2pPr marL="0" indent="0" algn="l">
              <a:lnSpc>
                <a:spcPct val="110000"/>
              </a:lnSpc>
              <a:spcBef>
                <a:spcPts val="0"/>
              </a:spcBef>
              <a:spcAft>
                <a:spcPts val="0"/>
              </a:spcAft>
              <a:buNone/>
              <a:defRPr sz="3850" b="1">
                <a:solidFill>
                  <a:schemeClr val="tx1"/>
                </a:solidFill>
                <a:latin typeface="+mj-lt"/>
                <a:ea typeface="+mj-lt"/>
                <a:cs typeface="+mj-lt"/>
              </a:defRPr>
            </a:lvl2pPr>
            <a:lvl3pPr marL="0" indent="0" algn="l">
              <a:lnSpc>
                <a:spcPct val="110000"/>
              </a:lnSpc>
              <a:spcBef>
                <a:spcPts val="0"/>
              </a:spcBef>
              <a:spcAft>
                <a:spcPts val="0"/>
              </a:spcAft>
              <a:buNone/>
              <a:defRPr sz="3850" b="1">
                <a:solidFill>
                  <a:schemeClr val="tx1"/>
                </a:solidFill>
                <a:latin typeface="+mj-lt"/>
                <a:ea typeface="+mj-lt"/>
                <a:cs typeface="+mj-lt"/>
              </a:defRPr>
            </a:lvl3pPr>
            <a:lvl4pPr marL="0" indent="0" algn="l">
              <a:lnSpc>
                <a:spcPct val="110000"/>
              </a:lnSpc>
              <a:spcBef>
                <a:spcPts val="0"/>
              </a:spcBef>
              <a:spcAft>
                <a:spcPts val="0"/>
              </a:spcAft>
              <a:buNone/>
              <a:defRPr sz="3850" b="1">
                <a:solidFill>
                  <a:schemeClr val="tx1"/>
                </a:solidFill>
                <a:latin typeface="+mj-lt"/>
                <a:ea typeface="+mj-lt"/>
                <a:cs typeface="+mj-lt"/>
              </a:defRPr>
            </a:lvl4pPr>
            <a:lvl5pPr marL="0" indent="0" algn="l">
              <a:lnSpc>
                <a:spcPct val="110000"/>
              </a:lnSpc>
              <a:spcBef>
                <a:spcPts val="0"/>
              </a:spcBef>
              <a:spcAft>
                <a:spcPts val="0"/>
              </a:spcAft>
              <a:buNone/>
              <a:defRPr sz="3850" b="1">
                <a:solidFill>
                  <a:schemeClr val="tx1"/>
                </a:solidFill>
                <a:latin typeface="+mj-lt"/>
                <a:ea typeface="+mj-lt"/>
                <a:cs typeface="+mj-lt"/>
              </a:defRPr>
            </a:lvl5pPr>
            <a:lvl6pPr marL="0" indent="0" algn="l">
              <a:lnSpc>
                <a:spcPct val="110000"/>
              </a:lnSpc>
              <a:spcBef>
                <a:spcPts val="0"/>
              </a:spcBef>
              <a:spcAft>
                <a:spcPts val="0"/>
              </a:spcAft>
              <a:buNone/>
              <a:defRPr sz="3850" b="1">
                <a:solidFill>
                  <a:schemeClr val="tx1"/>
                </a:solidFill>
                <a:latin typeface="+mj-lt"/>
                <a:ea typeface="+mj-lt"/>
                <a:cs typeface="+mj-lt"/>
              </a:defRPr>
            </a:lvl6pPr>
            <a:lvl7pPr marL="0" indent="0" algn="l">
              <a:lnSpc>
                <a:spcPct val="110000"/>
              </a:lnSpc>
              <a:spcBef>
                <a:spcPts val="0"/>
              </a:spcBef>
              <a:spcAft>
                <a:spcPts val="0"/>
              </a:spcAft>
              <a:buNone/>
              <a:defRPr sz="3850" b="1">
                <a:solidFill>
                  <a:schemeClr val="tx1"/>
                </a:solidFill>
                <a:latin typeface="+mj-lt"/>
                <a:ea typeface="+mj-lt"/>
                <a:cs typeface="+mj-lt"/>
              </a:defRPr>
            </a:lvl7pPr>
            <a:lvl8pPr marL="0" indent="0" algn="l">
              <a:lnSpc>
                <a:spcPct val="110000"/>
              </a:lnSpc>
              <a:spcBef>
                <a:spcPts val="0"/>
              </a:spcBef>
              <a:spcAft>
                <a:spcPts val="0"/>
              </a:spcAft>
              <a:buNone/>
              <a:defRPr sz="3850" b="1">
                <a:solidFill>
                  <a:schemeClr val="tx1"/>
                </a:solidFill>
                <a:latin typeface="+mj-lt"/>
                <a:ea typeface="+mj-lt"/>
                <a:cs typeface="+mj-lt"/>
              </a:defRPr>
            </a:lvl8pPr>
            <a:lvl9pPr marL="0" indent="0" algn="l">
              <a:lnSpc>
                <a:spcPct val="110000"/>
              </a:lnSpc>
              <a:spcBef>
                <a:spcPts val="0"/>
              </a:spcBef>
              <a:spcAft>
                <a:spcPts val="0"/>
              </a:spcAft>
              <a:buNone/>
              <a:defRPr sz="38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B26E320-480A-4035-9FD6-59291A1101B9}"/>
              </a:ext>
            </a:extLst>
          </p:cNvPr>
          <p:cNvSpPr>
            <a:spLocks noGrp="1"/>
          </p:cNvSpPr>
          <p:nvPr>
            <p:ph type="body" idx="1"/>
          </p:nvPr>
        </p:nvSpPr>
        <p:spPr>
          <a:xfrm>
            <a:off x="942975" y="2222500"/>
            <a:ext cx="6915150" cy="4978400"/>
          </a:xfrm>
          <a:prstGeom prst="rect">
            <a:avLst/>
          </a:prstGeom>
          <a:noFill/>
          <a:ln>
            <a:noFill/>
            <a:prstDash val="solid"/>
          </a:ln>
        </p:spPr>
        <p:txBody>
          <a:bodyPr wrap="square" lIns="0" tIns="0" rIns="0" bIns="0" anchor="t">
            <a:normAutofit/>
          </a:bodyPr>
          <a:lstStyle>
            <a:defPPr algn="l">
              <a:defRPr sz="2450" b="0">
                <a:solidFill>
                  <a:schemeClr val="tx1"/>
                </a:solidFill>
                <a:latin typeface="+mn-lt"/>
                <a:ea typeface="+mn-lt"/>
                <a:cs typeface="+mn-lt"/>
              </a:defRPr>
            </a:defPPr>
            <a:lvl1pPr marL="266700" indent="-266700" algn="l">
              <a:lnSpc>
                <a:spcPct val="110000"/>
              </a:lnSpc>
              <a:spcBef>
                <a:spcPts val="0"/>
              </a:spcBef>
              <a:spcAft>
                <a:spcPts val="1400"/>
              </a:spcAft>
              <a:buChar char="•"/>
              <a:defRPr sz="2450" b="0">
                <a:solidFill>
                  <a:schemeClr val="tx1"/>
                </a:solidFill>
                <a:latin typeface="+mn-lt"/>
                <a:ea typeface="+mn-lt"/>
                <a:cs typeface="+mn-lt"/>
              </a:defRPr>
            </a:lvl1pPr>
            <a:lvl2pPr marL="622300" indent="-266700" algn="l">
              <a:lnSpc>
                <a:spcPct val="110000"/>
              </a:lnSpc>
              <a:spcBef>
                <a:spcPts val="0"/>
              </a:spcBef>
              <a:spcAft>
                <a:spcPts val="1400"/>
              </a:spcAft>
              <a:buChar char="•"/>
              <a:defRPr sz="2450" b="0">
                <a:solidFill>
                  <a:schemeClr val="tx1"/>
                </a:solidFill>
                <a:latin typeface="+mn-lt"/>
                <a:ea typeface="+mn-lt"/>
                <a:cs typeface="+mn-lt"/>
              </a:defRPr>
            </a:lvl2pPr>
            <a:lvl3pPr marL="977900" indent="-266700" algn="l">
              <a:lnSpc>
                <a:spcPct val="110000"/>
              </a:lnSpc>
              <a:spcBef>
                <a:spcPts val="0"/>
              </a:spcBef>
              <a:spcAft>
                <a:spcPts val="1400"/>
              </a:spcAft>
              <a:buChar char="•"/>
              <a:defRPr sz="2450" b="0">
                <a:solidFill>
                  <a:schemeClr val="tx1"/>
                </a:solidFill>
                <a:latin typeface="+mn-lt"/>
                <a:ea typeface="+mn-lt"/>
                <a:cs typeface="+mn-lt"/>
              </a:defRPr>
            </a:lvl3pPr>
            <a:lvl4pPr marL="1333500" indent="-266700" algn="l">
              <a:lnSpc>
                <a:spcPct val="110000"/>
              </a:lnSpc>
              <a:spcBef>
                <a:spcPts val="0"/>
              </a:spcBef>
              <a:spcAft>
                <a:spcPts val="1400"/>
              </a:spcAft>
              <a:buChar char="•"/>
              <a:defRPr sz="2450" b="0">
                <a:solidFill>
                  <a:schemeClr val="tx1"/>
                </a:solidFill>
                <a:latin typeface="+mn-lt"/>
                <a:ea typeface="+mn-lt"/>
                <a:cs typeface="+mn-lt"/>
              </a:defRPr>
            </a:lvl4pPr>
            <a:lvl5pPr marL="1689100" indent="-266700" algn="l">
              <a:lnSpc>
                <a:spcPct val="110000"/>
              </a:lnSpc>
              <a:spcBef>
                <a:spcPts val="0"/>
              </a:spcBef>
              <a:spcAft>
                <a:spcPts val="1400"/>
              </a:spcAft>
              <a:buChar char="•"/>
              <a:defRPr sz="2450" b="0">
                <a:solidFill>
                  <a:schemeClr val="tx1"/>
                </a:solidFill>
                <a:latin typeface="+mn-lt"/>
                <a:ea typeface="+mn-lt"/>
                <a:cs typeface="+mn-lt"/>
              </a:defRPr>
            </a:lvl5pPr>
            <a:lvl6pPr marL="2044700" indent="-266700" algn="l">
              <a:lnSpc>
                <a:spcPct val="110000"/>
              </a:lnSpc>
              <a:spcBef>
                <a:spcPts val="0"/>
              </a:spcBef>
              <a:spcAft>
                <a:spcPts val="1400"/>
              </a:spcAft>
              <a:buChar char="•"/>
              <a:defRPr sz="2450" b="0">
                <a:solidFill>
                  <a:schemeClr val="tx1"/>
                </a:solidFill>
                <a:latin typeface="+mn-lt"/>
                <a:ea typeface="+mn-lt"/>
                <a:cs typeface="+mn-lt"/>
              </a:defRPr>
            </a:lvl6pPr>
            <a:lvl7pPr marL="2400300" indent="-266700" algn="l">
              <a:lnSpc>
                <a:spcPct val="110000"/>
              </a:lnSpc>
              <a:spcBef>
                <a:spcPts val="0"/>
              </a:spcBef>
              <a:spcAft>
                <a:spcPts val="1400"/>
              </a:spcAft>
              <a:buChar char="•"/>
              <a:defRPr sz="2450" b="0">
                <a:solidFill>
                  <a:schemeClr val="tx1"/>
                </a:solidFill>
                <a:latin typeface="+mn-lt"/>
                <a:ea typeface="+mn-lt"/>
                <a:cs typeface="+mn-lt"/>
              </a:defRPr>
            </a:lvl7pPr>
            <a:lvl8pPr marL="2755900" indent="-266700" algn="l">
              <a:lnSpc>
                <a:spcPct val="110000"/>
              </a:lnSpc>
              <a:spcBef>
                <a:spcPts val="0"/>
              </a:spcBef>
              <a:spcAft>
                <a:spcPts val="1400"/>
              </a:spcAft>
              <a:buChar char="•"/>
              <a:defRPr sz="2450" b="0">
                <a:solidFill>
                  <a:schemeClr val="tx1"/>
                </a:solidFill>
                <a:latin typeface="+mn-lt"/>
                <a:ea typeface="+mn-lt"/>
                <a:cs typeface="+mn-lt"/>
              </a:defRPr>
            </a:lvl8pPr>
            <a:lvl9pPr marL="3111500" indent="-266700" algn="l">
              <a:lnSpc>
                <a:spcPct val="110000"/>
              </a:lnSpc>
              <a:spcBef>
                <a:spcPts val="0"/>
              </a:spcBef>
              <a:spcAft>
                <a:spcPts val="1400"/>
              </a:spcAft>
              <a:buChar char="•"/>
              <a:defRPr sz="245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C8667FF-46FB-4BD6-99D7-11439AE16DDB}"/>
              </a:ext>
            </a:extLst>
          </p:cNvPr>
          <p:cNvSpPr>
            <a:spLocks noGrp="1"/>
          </p:cNvSpPr>
          <p:nvPr>
            <p:ph type="body" idx="2"/>
          </p:nvPr>
        </p:nvSpPr>
        <p:spPr>
          <a:xfrm>
            <a:off x="8905875" y="2222500"/>
            <a:ext cx="6915150" cy="4978400"/>
          </a:xfrm>
          <a:prstGeom prst="rect">
            <a:avLst/>
          </a:prstGeom>
          <a:noFill/>
          <a:ln>
            <a:noFill/>
            <a:prstDash val="solid"/>
          </a:ln>
        </p:spPr>
        <p:txBody>
          <a:bodyPr wrap="square" lIns="0" tIns="0" rIns="0" bIns="0" anchor="t">
            <a:normAutofit/>
          </a:bodyPr>
          <a:lstStyle>
            <a:defPPr algn="l">
              <a:defRPr sz="2450" b="0">
                <a:solidFill>
                  <a:schemeClr val="tx1"/>
                </a:solidFill>
                <a:latin typeface="+mn-lt"/>
                <a:ea typeface="+mn-lt"/>
                <a:cs typeface="+mn-lt"/>
              </a:defRPr>
            </a:defPPr>
            <a:lvl1pPr marL="266700" indent="-266700" algn="l">
              <a:lnSpc>
                <a:spcPct val="110000"/>
              </a:lnSpc>
              <a:spcBef>
                <a:spcPts val="0"/>
              </a:spcBef>
              <a:spcAft>
                <a:spcPts val="1400"/>
              </a:spcAft>
              <a:buChar char="•"/>
              <a:defRPr sz="2450" b="0">
                <a:solidFill>
                  <a:schemeClr val="tx1"/>
                </a:solidFill>
                <a:latin typeface="+mn-lt"/>
                <a:ea typeface="+mn-lt"/>
                <a:cs typeface="+mn-lt"/>
              </a:defRPr>
            </a:lvl1pPr>
            <a:lvl2pPr marL="622300" indent="-266700" algn="l">
              <a:lnSpc>
                <a:spcPct val="110000"/>
              </a:lnSpc>
              <a:spcBef>
                <a:spcPts val="0"/>
              </a:spcBef>
              <a:spcAft>
                <a:spcPts val="1400"/>
              </a:spcAft>
              <a:buChar char="•"/>
              <a:defRPr sz="2450" b="0">
                <a:solidFill>
                  <a:schemeClr val="tx1"/>
                </a:solidFill>
                <a:latin typeface="+mn-lt"/>
                <a:ea typeface="+mn-lt"/>
                <a:cs typeface="+mn-lt"/>
              </a:defRPr>
            </a:lvl2pPr>
            <a:lvl3pPr marL="977900" indent="-266700" algn="l">
              <a:lnSpc>
                <a:spcPct val="110000"/>
              </a:lnSpc>
              <a:spcBef>
                <a:spcPts val="0"/>
              </a:spcBef>
              <a:spcAft>
                <a:spcPts val="1400"/>
              </a:spcAft>
              <a:buChar char="•"/>
              <a:defRPr sz="2450" b="0">
                <a:solidFill>
                  <a:schemeClr val="tx1"/>
                </a:solidFill>
                <a:latin typeface="+mn-lt"/>
                <a:ea typeface="+mn-lt"/>
                <a:cs typeface="+mn-lt"/>
              </a:defRPr>
            </a:lvl3pPr>
            <a:lvl4pPr marL="1333500" indent="-266700" algn="l">
              <a:lnSpc>
                <a:spcPct val="110000"/>
              </a:lnSpc>
              <a:spcBef>
                <a:spcPts val="0"/>
              </a:spcBef>
              <a:spcAft>
                <a:spcPts val="1400"/>
              </a:spcAft>
              <a:buChar char="•"/>
              <a:defRPr sz="2450" b="0">
                <a:solidFill>
                  <a:schemeClr val="tx1"/>
                </a:solidFill>
                <a:latin typeface="+mn-lt"/>
                <a:ea typeface="+mn-lt"/>
                <a:cs typeface="+mn-lt"/>
              </a:defRPr>
            </a:lvl4pPr>
            <a:lvl5pPr marL="1689100" indent="-266700" algn="l">
              <a:lnSpc>
                <a:spcPct val="110000"/>
              </a:lnSpc>
              <a:spcBef>
                <a:spcPts val="0"/>
              </a:spcBef>
              <a:spcAft>
                <a:spcPts val="1400"/>
              </a:spcAft>
              <a:buChar char="•"/>
              <a:defRPr sz="2450" b="0">
                <a:solidFill>
                  <a:schemeClr val="tx1"/>
                </a:solidFill>
                <a:latin typeface="+mn-lt"/>
                <a:ea typeface="+mn-lt"/>
                <a:cs typeface="+mn-lt"/>
              </a:defRPr>
            </a:lvl5pPr>
            <a:lvl6pPr marL="2044700" indent="-266700" algn="l">
              <a:lnSpc>
                <a:spcPct val="110000"/>
              </a:lnSpc>
              <a:spcBef>
                <a:spcPts val="0"/>
              </a:spcBef>
              <a:spcAft>
                <a:spcPts val="1400"/>
              </a:spcAft>
              <a:buChar char="•"/>
              <a:defRPr sz="2450" b="0">
                <a:solidFill>
                  <a:schemeClr val="tx1"/>
                </a:solidFill>
                <a:latin typeface="+mn-lt"/>
                <a:ea typeface="+mn-lt"/>
                <a:cs typeface="+mn-lt"/>
              </a:defRPr>
            </a:lvl6pPr>
            <a:lvl7pPr marL="2400300" indent="-266700" algn="l">
              <a:lnSpc>
                <a:spcPct val="110000"/>
              </a:lnSpc>
              <a:spcBef>
                <a:spcPts val="0"/>
              </a:spcBef>
              <a:spcAft>
                <a:spcPts val="1400"/>
              </a:spcAft>
              <a:buChar char="•"/>
              <a:defRPr sz="2450" b="0">
                <a:solidFill>
                  <a:schemeClr val="tx1"/>
                </a:solidFill>
                <a:latin typeface="+mn-lt"/>
                <a:ea typeface="+mn-lt"/>
                <a:cs typeface="+mn-lt"/>
              </a:defRPr>
            </a:lvl7pPr>
            <a:lvl8pPr marL="2755900" indent="-266700" algn="l">
              <a:lnSpc>
                <a:spcPct val="110000"/>
              </a:lnSpc>
              <a:spcBef>
                <a:spcPts val="0"/>
              </a:spcBef>
              <a:spcAft>
                <a:spcPts val="1400"/>
              </a:spcAft>
              <a:buChar char="•"/>
              <a:defRPr sz="2450" b="0">
                <a:solidFill>
                  <a:schemeClr val="tx1"/>
                </a:solidFill>
                <a:latin typeface="+mn-lt"/>
                <a:ea typeface="+mn-lt"/>
                <a:cs typeface="+mn-lt"/>
              </a:defRPr>
            </a:lvl8pPr>
            <a:lvl9pPr marL="3111500" indent="-266700" algn="l">
              <a:lnSpc>
                <a:spcPct val="110000"/>
              </a:lnSpc>
              <a:spcBef>
                <a:spcPts val="0"/>
              </a:spcBef>
              <a:spcAft>
                <a:spcPts val="1400"/>
              </a:spcAft>
              <a:buChar char="•"/>
              <a:defRPr sz="24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319E47-4191-4761-80FD-FE0E6214A883}"/>
              </a:ext>
            </a:extLst>
          </p:cNvPr>
          <p:cNvSpPr>
            <a:spLocks noGrp="1"/>
          </p:cNvSpPr>
          <p:nvPr>
            <p:ph type="title"/>
          </p:nvPr>
        </p:nvSpPr>
        <p:spPr>
          <a:xfrm>
            <a:off x="942975" y="622300"/>
            <a:ext cx="14878050" cy="977900"/>
          </a:xfrm>
          <a:prstGeom prst="rect">
            <a:avLst/>
          </a:prstGeom>
          <a:noFill/>
          <a:ln>
            <a:noFill/>
            <a:prstDash val="solid"/>
          </a:ln>
        </p:spPr>
        <p:txBody>
          <a:bodyPr wrap="square" lIns="0" tIns="0" rIns="0" bIns="0" anchor="t">
            <a:normAutofit/>
          </a:bodyPr>
          <a:lstStyle>
            <a:defPPr algn="l">
              <a:defRPr sz="3850" b="1">
                <a:solidFill>
                  <a:schemeClr val="tx1"/>
                </a:solidFill>
                <a:latin typeface="+mj-lt"/>
                <a:ea typeface="+mj-lt"/>
                <a:cs typeface="+mj-lt"/>
              </a:defRPr>
            </a:defPPr>
            <a:lvl1pPr marL="0" indent="0" algn="l">
              <a:lnSpc>
                <a:spcPct val="110000"/>
              </a:lnSpc>
              <a:spcBef>
                <a:spcPts val="0"/>
              </a:spcBef>
              <a:spcAft>
                <a:spcPts val="0"/>
              </a:spcAft>
              <a:buNone/>
              <a:defRPr sz="3850" b="1">
                <a:solidFill>
                  <a:schemeClr val="tx1"/>
                </a:solidFill>
                <a:latin typeface="+mj-lt"/>
                <a:ea typeface="+mj-lt"/>
                <a:cs typeface="+mj-lt"/>
              </a:defRPr>
            </a:lvl1pPr>
            <a:lvl2pPr marL="0" indent="0" algn="l">
              <a:lnSpc>
                <a:spcPct val="110000"/>
              </a:lnSpc>
              <a:spcBef>
                <a:spcPts val="0"/>
              </a:spcBef>
              <a:spcAft>
                <a:spcPts val="0"/>
              </a:spcAft>
              <a:buNone/>
              <a:defRPr sz="3850" b="1">
                <a:solidFill>
                  <a:schemeClr val="tx1"/>
                </a:solidFill>
                <a:latin typeface="+mj-lt"/>
                <a:ea typeface="+mj-lt"/>
                <a:cs typeface="+mj-lt"/>
              </a:defRPr>
            </a:lvl2pPr>
            <a:lvl3pPr marL="0" indent="0" algn="l">
              <a:lnSpc>
                <a:spcPct val="110000"/>
              </a:lnSpc>
              <a:spcBef>
                <a:spcPts val="0"/>
              </a:spcBef>
              <a:spcAft>
                <a:spcPts val="0"/>
              </a:spcAft>
              <a:buNone/>
              <a:defRPr sz="3850" b="1">
                <a:solidFill>
                  <a:schemeClr val="tx1"/>
                </a:solidFill>
                <a:latin typeface="+mj-lt"/>
                <a:ea typeface="+mj-lt"/>
                <a:cs typeface="+mj-lt"/>
              </a:defRPr>
            </a:lvl3pPr>
            <a:lvl4pPr marL="0" indent="0" algn="l">
              <a:lnSpc>
                <a:spcPct val="110000"/>
              </a:lnSpc>
              <a:spcBef>
                <a:spcPts val="0"/>
              </a:spcBef>
              <a:spcAft>
                <a:spcPts val="0"/>
              </a:spcAft>
              <a:buNone/>
              <a:defRPr sz="3850" b="1">
                <a:solidFill>
                  <a:schemeClr val="tx1"/>
                </a:solidFill>
                <a:latin typeface="+mj-lt"/>
                <a:ea typeface="+mj-lt"/>
                <a:cs typeface="+mj-lt"/>
              </a:defRPr>
            </a:lvl4pPr>
            <a:lvl5pPr marL="0" indent="0" algn="l">
              <a:lnSpc>
                <a:spcPct val="110000"/>
              </a:lnSpc>
              <a:spcBef>
                <a:spcPts val="0"/>
              </a:spcBef>
              <a:spcAft>
                <a:spcPts val="0"/>
              </a:spcAft>
              <a:buNone/>
              <a:defRPr sz="3850" b="1">
                <a:solidFill>
                  <a:schemeClr val="tx1"/>
                </a:solidFill>
                <a:latin typeface="+mj-lt"/>
                <a:ea typeface="+mj-lt"/>
                <a:cs typeface="+mj-lt"/>
              </a:defRPr>
            </a:lvl5pPr>
            <a:lvl6pPr marL="0" indent="0" algn="l">
              <a:lnSpc>
                <a:spcPct val="110000"/>
              </a:lnSpc>
              <a:spcBef>
                <a:spcPts val="0"/>
              </a:spcBef>
              <a:spcAft>
                <a:spcPts val="0"/>
              </a:spcAft>
              <a:buNone/>
              <a:defRPr sz="3850" b="1">
                <a:solidFill>
                  <a:schemeClr val="tx1"/>
                </a:solidFill>
                <a:latin typeface="+mj-lt"/>
                <a:ea typeface="+mj-lt"/>
                <a:cs typeface="+mj-lt"/>
              </a:defRPr>
            </a:lvl6pPr>
            <a:lvl7pPr marL="0" indent="0" algn="l">
              <a:lnSpc>
                <a:spcPct val="110000"/>
              </a:lnSpc>
              <a:spcBef>
                <a:spcPts val="0"/>
              </a:spcBef>
              <a:spcAft>
                <a:spcPts val="0"/>
              </a:spcAft>
              <a:buNone/>
              <a:defRPr sz="3850" b="1">
                <a:solidFill>
                  <a:schemeClr val="tx1"/>
                </a:solidFill>
                <a:latin typeface="+mj-lt"/>
                <a:ea typeface="+mj-lt"/>
                <a:cs typeface="+mj-lt"/>
              </a:defRPr>
            </a:lvl7pPr>
            <a:lvl8pPr marL="0" indent="0" algn="l">
              <a:lnSpc>
                <a:spcPct val="110000"/>
              </a:lnSpc>
              <a:spcBef>
                <a:spcPts val="0"/>
              </a:spcBef>
              <a:spcAft>
                <a:spcPts val="0"/>
              </a:spcAft>
              <a:buNone/>
              <a:defRPr sz="3850" b="1">
                <a:solidFill>
                  <a:schemeClr val="tx1"/>
                </a:solidFill>
                <a:latin typeface="+mj-lt"/>
                <a:ea typeface="+mj-lt"/>
                <a:cs typeface="+mj-lt"/>
              </a:defRPr>
            </a:lvl8pPr>
            <a:lvl9pPr marL="0" indent="0" algn="l">
              <a:lnSpc>
                <a:spcPct val="110000"/>
              </a:lnSpc>
              <a:spcBef>
                <a:spcPts val="0"/>
              </a:spcBef>
              <a:spcAft>
                <a:spcPts val="0"/>
              </a:spcAft>
              <a:buNone/>
              <a:defRPr sz="38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78FBDA2-A81D-48FD-ADB2-8812BB4A62D0}"/>
              </a:ext>
            </a:extLst>
          </p:cNvPr>
          <p:cNvSpPr>
            <a:spLocks noGrp="1"/>
          </p:cNvSpPr>
          <p:nvPr>
            <p:ph type="body" idx="1"/>
          </p:nvPr>
        </p:nvSpPr>
        <p:spPr>
          <a:xfrm>
            <a:off x="942975" y="2222500"/>
            <a:ext cx="6915150" cy="49784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66700" indent="-266700" algn="l">
              <a:lnSpc>
                <a:spcPct val="110000"/>
              </a:lnSpc>
              <a:spcBef>
                <a:spcPts val="0"/>
              </a:spcBef>
              <a:spcAft>
                <a:spcPts val="1400"/>
              </a:spcAft>
              <a:buChar char="•"/>
              <a:defRPr sz="2625" b="0">
                <a:solidFill>
                  <a:schemeClr val="tx1"/>
                </a:solidFill>
                <a:latin typeface="+mn-lt"/>
                <a:ea typeface="+mn-lt"/>
                <a:cs typeface="+mn-lt"/>
              </a:defRPr>
            </a:lvl1pPr>
            <a:lvl2pPr marL="622300" indent="-266700" algn="l">
              <a:lnSpc>
                <a:spcPct val="110000"/>
              </a:lnSpc>
              <a:spcBef>
                <a:spcPts val="0"/>
              </a:spcBef>
              <a:spcAft>
                <a:spcPts val="1400"/>
              </a:spcAft>
              <a:buChar char="•"/>
              <a:defRPr sz="2625" b="0">
                <a:solidFill>
                  <a:schemeClr val="tx1"/>
                </a:solidFill>
                <a:latin typeface="+mn-lt"/>
                <a:ea typeface="+mn-lt"/>
                <a:cs typeface="+mn-lt"/>
              </a:defRPr>
            </a:lvl2pPr>
            <a:lvl3pPr marL="977900" indent="-266700" algn="l">
              <a:lnSpc>
                <a:spcPct val="110000"/>
              </a:lnSpc>
              <a:spcBef>
                <a:spcPts val="0"/>
              </a:spcBef>
              <a:spcAft>
                <a:spcPts val="1400"/>
              </a:spcAft>
              <a:buChar char="•"/>
              <a:defRPr sz="2625" b="0">
                <a:solidFill>
                  <a:schemeClr val="tx1"/>
                </a:solidFill>
                <a:latin typeface="+mn-lt"/>
                <a:ea typeface="+mn-lt"/>
                <a:cs typeface="+mn-lt"/>
              </a:defRPr>
            </a:lvl3pPr>
            <a:lvl4pPr marL="1333500" indent="-266700" algn="l">
              <a:lnSpc>
                <a:spcPct val="110000"/>
              </a:lnSpc>
              <a:spcBef>
                <a:spcPts val="0"/>
              </a:spcBef>
              <a:spcAft>
                <a:spcPts val="1400"/>
              </a:spcAft>
              <a:buChar char="•"/>
              <a:defRPr sz="2625" b="0">
                <a:solidFill>
                  <a:schemeClr val="tx1"/>
                </a:solidFill>
                <a:latin typeface="+mn-lt"/>
                <a:ea typeface="+mn-lt"/>
                <a:cs typeface="+mn-lt"/>
              </a:defRPr>
            </a:lvl4pPr>
            <a:lvl5pPr marL="1689100" indent="-266700" algn="l">
              <a:lnSpc>
                <a:spcPct val="110000"/>
              </a:lnSpc>
              <a:spcBef>
                <a:spcPts val="0"/>
              </a:spcBef>
              <a:spcAft>
                <a:spcPts val="1400"/>
              </a:spcAft>
              <a:buChar char="•"/>
              <a:defRPr sz="2625" b="0">
                <a:solidFill>
                  <a:schemeClr val="tx1"/>
                </a:solidFill>
                <a:latin typeface="+mn-lt"/>
                <a:ea typeface="+mn-lt"/>
                <a:cs typeface="+mn-lt"/>
              </a:defRPr>
            </a:lvl5pPr>
            <a:lvl6pPr marL="2044700" indent="-266700" algn="l">
              <a:lnSpc>
                <a:spcPct val="110000"/>
              </a:lnSpc>
              <a:spcBef>
                <a:spcPts val="0"/>
              </a:spcBef>
              <a:spcAft>
                <a:spcPts val="1400"/>
              </a:spcAft>
              <a:buChar char="•"/>
              <a:defRPr sz="2625" b="0">
                <a:solidFill>
                  <a:schemeClr val="tx1"/>
                </a:solidFill>
                <a:latin typeface="+mn-lt"/>
                <a:ea typeface="+mn-lt"/>
                <a:cs typeface="+mn-lt"/>
              </a:defRPr>
            </a:lvl6pPr>
            <a:lvl7pPr marL="2400300" indent="-266700" algn="l">
              <a:lnSpc>
                <a:spcPct val="110000"/>
              </a:lnSpc>
              <a:spcBef>
                <a:spcPts val="0"/>
              </a:spcBef>
              <a:spcAft>
                <a:spcPts val="1400"/>
              </a:spcAft>
              <a:buChar char="•"/>
              <a:defRPr sz="2625" b="0">
                <a:solidFill>
                  <a:schemeClr val="tx1"/>
                </a:solidFill>
                <a:latin typeface="+mn-lt"/>
                <a:ea typeface="+mn-lt"/>
                <a:cs typeface="+mn-lt"/>
              </a:defRPr>
            </a:lvl7pPr>
            <a:lvl8pPr marL="2755900" indent="-266700" algn="l">
              <a:lnSpc>
                <a:spcPct val="110000"/>
              </a:lnSpc>
              <a:spcBef>
                <a:spcPts val="0"/>
              </a:spcBef>
              <a:spcAft>
                <a:spcPts val="1400"/>
              </a:spcAft>
              <a:buChar char="•"/>
              <a:defRPr sz="2625" b="0">
                <a:solidFill>
                  <a:schemeClr val="tx1"/>
                </a:solidFill>
                <a:latin typeface="+mn-lt"/>
                <a:ea typeface="+mn-lt"/>
                <a:cs typeface="+mn-lt"/>
              </a:defRPr>
            </a:lvl8pPr>
            <a:lvl9pPr marL="3111500" indent="-266700" algn="l">
              <a:lnSpc>
                <a:spcPct val="110000"/>
              </a:lnSpc>
              <a:spcBef>
                <a:spcPts val="0"/>
              </a:spcBef>
              <a:spcAft>
                <a:spcPts val="1400"/>
              </a:spcAft>
              <a:buChar char="•"/>
              <a:defRPr sz="2625"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8" name="PERF-shared-scope">
            <a:extLst>
              <a:ext uri="{FF2B5EF4-FFF2-40B4-BE49-F238E27FC236}">
                <a16:creationId xmlns:a16="http://schemas.microsoft.com/office/drawing/2014/main" id="{7B65D6EF-562D-85FB-A292-4D81AB2222A1}"/>
              </a:ext>
            </a:extLst>
          </p:cNvPr>
          <p:cNvSpPr>
            <a:spLocks noGrp="1"/>
          </p:cNvSpPr>
          <p:nvPr/>
        </p:nvSpPr>
        <p:spPr>
          <a:xfrm>
            <a:off x="12319734" y="249912"/>
            <a:ext cx="4187043" cy="7567370"/>
          </a:xfrm>
          <a:prstGeom prst="roundRect">
            <a:avLst>
              <a:gd name="adj" fmla="val 1519"/>
            </a:avLst>
          </a:prstGeom>
          <a:solidFill>
            <a:schemeClr val="bg1">
              <a:lumMod val="95000"/>
              <a:alpha val="35036"/>
            </a:schemeClr>
          </a:solidFill>
          <a:ln w="19050">
            <a:solidFill>
              <a:srgbClr val="BBBBBB"/>
            </a:solidFill>
            <a:prstDash val="sysDash"/>
          </a:ln>
        </p:spPr>
      </p:sp>
      <p:sp>
        <p:nvSpPr>
          <p:cNvPr id="375" name="PERF-shared-scope">
            <a:extLst>
              <a:ext uri="{FF2B5EF4-FFF2-40B4-BE49-F238E27FC236}">
                <a16:creationId xmlns:a16="http://schemas.microsoft.com/office/drawing/2014/main" id="{D37A6E18-B259-448F-9A5B-FC4CDF5354CB}"/>
              </a:ext>
            </a:extLst>
          </p:cNvPr>
          <p:cNvSpPr>
            <a:spLocks noGrp="1"/>
          </p:cNvSpPr>
          <p:nvPr/>
        </p:nvSpPr>
        <p:spPr>
          <a:xfrm>
            <a:off x="285750" y="1673685"/>
            <a:ext cx="11468100" cy="6143626"/>
          </a:xfrm>
          <a:prstGeom prst="roundRect">
            <a:avLst>
              <a:gd name="adj" fmla="val 1519"/>
            </a:avLst>
          </a:prstGeom>
          <a:solidFill>
            <a:schemeClr val="bg1">
              <a:lumMod val="95000"/>
              <a:alpha val="35036"/>
            </a:schemeClr>
          </a:solidFill>
          <a:ln w="19050">
            <a:solidFill>
              <a:srgbClr val="BBBBBB"/>
            </a:solidFill>
            <a:prstDash val="sysDash"/>
          </a:ln>
        </p:spPr>
      </p:sp>
      <p:sp>
        <p:nvSpPr>
          <p:cNvPr id="3" name="DIALOG-question">
            <a:extLst>
              <a:ext uri="{FF2B5EF4-FFF2-40B4-BE49-F238E27FC236}">
                <a16:creationId xmlns:a16="http://schemas.microsoft.com/office/drawing/2014/main" id="{1B2FC99D-9E15-4312-B063-A26C9A1989DE}"/>
              </a:ext>
            </a:extLst>
          </p:cNvPr>
          <p:cNvSpPr>
            <a:spLocks noGrp="1"/>
          </p:cNvSpPr>
          <p:nvPr/>
        </p:nvSpPr>
        <p:spPr>
          <a:xfrm>
            <a:off x="285750" y="385370"/>
            <a:ext cx="3531233" cy="952500"/>
          </a:xfrm>
          <a:prstGeom prst="roundRect">
            <a:avLst>
              <a:gd name="adj" fmla="val 5000"/>
            </a:avLst>
          </a:prstGeom>
          <a:solidFill>
            <a:srgbClr val="E7DFF1"/>
          </a:solidFill>
          <a:ln w="14288">
            <a:solidFill>
              <a:srgbClr val="B9AEC5"/>
            </a:solidFill>
            <a:prstDash val="solid"/>
          </a:ln>
        </p:spPr>
      </p:sp>
      <p:sp>
        <p:nvSpPr>
          <p:cNvPr id="4" name="M03-executor-anchor">
            <a:extLst>
              <a:ext uri="{FF2B5EF4-FFF2-40B4-BE49-F238E27FC236}">
                <a16:creationId xmlns:a16="http://schemas.microsoft.com/office/drawing/2014/main" id="{17BA005F-1404-4364-A3E3-D1F2CF2302D3}"/>
              </a:ext>
            </a:extLst>
          </p:cNvPr>
          <p:cNvSpPr>
            <a:spLocks noGrp="1"/>
          </p:cNvSpPr>
          <p:nvPr/>
        </p:nvSpPr>
        <p:spPr>
          <a:xfrm>
            <a:off x="1824447" y="2746868"/>
            <a:ext cx="369939" cy="311085"/>
          </a:xfrm>
          <a:prstGeom prst="roundRect">
            <a:avLst>
              <a:gd name="adj" fmla="val 0"/>
            </a:avLst>
          </a:prstGeom>
          <a:noFill/>
          <a:ln w="0">
            <a:noFill/>
            <a:prstDash val="solid"/>
          </a:ln>
        </p:spPr>
      </p:sp>
      <p:cxnSp>
        <p:nvCxnSpPr>
          <p:cNvPr id="172" name="C04-target-ground">
            <a:extLst>
              <a:ext uri="{FF2B5EF4-FFF2-40B4-BE49-F238E27FC236}">
                <a16:creationId xmlns:a16="http://schemas.microsoft.com/office/drawing/2014/main" id="{DBD34B17-C2D2-4D5E-A3EE-068680175898}"/>
              </a:ext>
            </a:extLst>
          </p:cNvPr>
          <p:cNvCxnSpPr>
            <a:stCxn id="8" idx="3"/>
            <a:endCxn id="4" idx="1"/>
          </p:cNvCxnSpPr>
          <p:nvPr/>
        </p:nvCxnSpPr>
        <p:spPr>
          <a:xfrm>
            <a:off x="1584026" y="2902410"/>
            <a:ext cx="240421" cy="0"/>
          </a:xfrm>
          <a:prstGeom prst="straightConnector1">
            <a:avLst/>
          </a:prstGeom>
          <a:ln w="30480">
            <a:solidFill>
              <a:srgbClr val="171717"/>
            </a:solidFill>
            <a:prstDash val="solid"/>
            <a:headEnd type="none" w="med" len="med"/>
            <a:tailEnd type="triangle" w="med" len="med"/>
          </a:ln>
        </p:spPr>
      </p:cxnSp>
      <p:cxnSp>
        <p:nvCxnSpPr>
          <p:cNvPr id="173" name="C05-ground-verified">
            <a:extLst>
              <a:ext uri="{FF2B5EF4-FFF2-40B4-BE49-F238E27FC236}">
                <a16:creationId xmlns:a16="http://schemas.microsoft.com/office/drawing/2014/main" id="{9749988E-66E7-498D-B838-ACE832A140A4}"/>
              </a:ext>
            </a:extLst>
          </p:cNvPr>
          <p:cNvCxnSpPr>
            <a:stCxn id="4" idx="3"/>
            <a:endCxn id="9" idx="1"/>
          </p:cNvCxnSpPr>
          <p:nvPr/>
        </p:nvCxnSpPr>
        <p:spPr>
          <a:xfrm flipV="1">
            <a:off x="2194386" y="2902410"/>
            <a:ext cx="2118422" cy="0"/>
          </a:xfrm>
          <a:prstGeom prst="straightConnector1">
            <a:avLst/>
          </a:prstGeom>
          <a:ln w="30480">
            <a:solidFill>
              <a:srgbClr val="171717"/>
            </a:solidFill>
            <a:prstDash val="solid"/>
            <a:headEnd type="none" w="med" len="med"/>
            <a:tailEnd type="triangle" w="med" len="med"/>
          </a:ln>
        </p:spPr>
      </p:cxnSp>
      <p:cxnSp>
        <p:nvCxnSpPr>
          <p:cNvPr id="174" name="C05-project">
            <a:extLst>
              <a:ext uri="{FF2B5EF4-FFF2-40B4-BE49-F238E27FC236}">
                <a16:creationId xmlns:a16="http://schemas.microsoft.com/office/drawing/2014/main" id="{0A02AD29-76DE-43C9-B9C3-7A849CC766B2}"/>
              </a:ext>
            </a:extLst>
          </p:cNvPr>
          <p:cNvCxnSpPr>
            <a:stCxn id="9" idx="3"/>
            <a:endCxn id="10" idx="1"/>
          </p:cNvCxnSpPr>
          <p:nvPr/>
        </p:nvCxnSpPr>
        <p:spPr>
          <a:xfrm>
            <a:off x="8231677" y="2902410"/>
            <a:ext cx="1731034" cy="0"/>
          </a:xfrm>
          <a:prstGeom prst="straightConnector1">
            <a:avLst/>
          </a:prstGeom>
          <a:ln w="30480">
            <a:solidFill>
              <a:srgbClr val="171717"/>
            </a:solidFill>
            <a:prstDash val="solid"/>
            <a:headEnd type="none" w="med" len="med"/>
            <a:tailEnd type="triangle" w="med" len="med"/>
          </a:ln>
        </p:spPr>
      </p:cxnSp>
      <p:cxnSp>
        <p:nvCxnSpPr>
          <p:cNvPr id="175" name="C06-evaluate-each">
            <a:extLst>
              <a:ext uri="{FF2B5EF4-FFF2-40B4-BE49-F238E27FC236}">
                <a16:creationId xmlns:a16="http://schemas.microsoft.com/office/drawing/2014/main" id="{56BBD583-5084-4DC0-8BFD-D7B51714A7F9}"/>
              </a:ext>
            </a:extLst>
          </p:cNvPr>
          <p:cNvCxnSpPr>
            <a:stCxn id="11" idx="3"/>
            <a:endCxn id="12" idx="1"/>
          </p:cNvCxnSpPr>
          <p:nvPr/>
        </p:nvCxnSpPr>
        <p:spPr>
          <a:xfrm>
            <a:off x="3327081" y="4169235"/>
            <a:ext cx="1526675" cy="0"/>
          </a:xfrm>
          <a:prstGeom prst="straightConnector1">
            <a:avLst/>
          </a:prstGeom>
          <a:ln w="30480">
            <a:solidFill>
              <a:srgbClr val="171717"/>
            </a:solidFill>
            <a:prstDash val="solid"/>
            <a:headEnd type="none" w="med" len="med"/>
            <a:tailEnd type="triangle" w="med" len="med"/>
          </a:ln>
        </p:spPr>
      </p:cxnSp>
      <p:cxnSp>
        <p:nvCxnSpPr>
          <p:cNvPr id="176" name="C07-combine-count">
            <a:extLst>
              <a:ext uri="{FF2B5EF4-FFF2-40B4-BE49-F238E27FC236}">
                <a16:creationId xmlns:a16="http://schemas.microsoft.com/office/drawing/2014/main" id="{4430F90B-427A-4BC0-ACF0-355EBF4D4AF3}"/>
              </a:ext>
            </a:extLst>
          </p:cNvPr>
          <p:cNvCxnSpPr>
            <a:stCxn id="12" idx="3"/>
            <a:endCxn id="13" idx="1"/>
          </p:cNvCxnSpPr>
          <p:nvPr/>
        </p:nvCxnSpPr>
        <p:spPr>
          <a:xfrm>
            <a:off x="7137759" y="4169235"/>
            <a:ext cx="2824952" cy="0"/>
          </a:xfrm>
          <a:prstGeom prst="straightConnector1">
            <a:avLst/>
          </a:prstGeom>
          <a:ln w="30480">
            <a:solidFill>
              <a:srgbClr val="171717"/>
            </a:solidFill>
            <a:prstDash val="solid"/>
            <a:headEnd type="none" w="med" len="med"/>
            <a:tailEnd type="triangle" w="med" len="med"/>
          </a:ln>
        </p:spPr>
      </p:cxnSp>
      <p:cxnSp>
        <p:nvCxnSpPr>
          <p:cNvPr id="177" name="C11-duration-to-winner">
            <a:extLst>
              <a:ext uri="{FF2B5EF4-FFF2-40B4-BE49-F238E27FC236}">
                <a16:creationId xmlns:a16="http://schemas.microsoft.com/office/drawing/2014/main" id="{2902EB73-E278-4412-A728-5AD837266F69}"/>
              </a:ext>
            </a:extLst>
          </p:cNvPr>
          <p:cNvCxnSpPr>
            <a:stCxn id="14" idx="3"/>
            <a:endCxn id="15" idx="1"/>
          </p:cNvCxnSpPr>
          <p:nvPr/>
        </p:nvCxnSpPr>
        <p:spPr>
          <a:xfrm>
            <a:off x="3122723" y="5459873"/>
            <a:ext cx="1610823" cy="1"/>
          </a:xfrm>
          <a:prstGeom prst="straightConnector1">
            <a:avLst/>
          </a:prstGeom>
          <a:ln w="30480">
            <a:solidFill>
              <a:srgbClr val="171717"/>
            </a:solidFill>
            <a:prstDash val="solid"/>
            <a:headEnd type="none" w="med" len="med"/>
            <a:tailEnd type="triangle" w="med" len="med"/>
          </a:ln>
        </p:spPr>
      </p:cxnSp>
      <p:cxnSp>
        <p:nvCxnSpPr>
          <p:cNvPr id="178" name="C12-winner-to-bound-target">
            <a:extLst>
              <a:ext uri="{FF2B5EF4-FFF2-40B4-BE49-F238E27FC236}">
                <a16:creationId xmlns:a16="http://schemas.microsoft.com/office/drawing/2014/main" id="{96CC6490-C39D-41D2-8159-4D18B5D0D9E9}"/>
              </a:ext>
            </a:extLst>
          </p:cNvPr>
          <p:cNvCxnSpPr>
            <a:stCxn id="15" idx="3"/>
            <a:endCxn id="16" idx="1"/>
          </p:cNvCxnSpPr>
          <p:nvPr/>
        </p:nvCxnSpPr>
        <p:spPr>
          <a:xfrm>
            <a:off x="6115969" y="5459873"/>
            <a:ext cx="1803160" cy="0"/>
          </a:xfrm>
          <a:prstGeom prst="straightConnector1">
            <a:avLst/>
          </a:prstGeom>
          <a:ln w="30480">
            <a:solidFill>
              <a:srgbClr val="171717"/>
            </a:solidFill>
            <a:prstDash val="solid"/>
            <a:headEnd type="none" w="med" len="med"/>
            <a:tailEnd type="triangle" w="med" len="med"/>
          </a:ln>
        </p:spPr>
      </p:cxnSp>
      <p:cxnSp>
        <p:nvCxnSpPr>
          <p:cNvPr id="179" name="EFF-admit">
            <a:extLst>
              <a:ext uri="{FF2B5EF4-FFF2-40B4-BE49-F238E27FC236}">
                <a16:creationId xmlns:a16="http://schemas.microsoft.com/office/drawing/2014/main" id="{F94D2DBE-76DF-49D8-A544-0F6619139EC8}"/>
              </a:ext>
            </a:extLst>
          </p:cNvPr>
          <p:cNvCxnSpPr>
            <a:stCxn id="22" idx="3"/>
            <a:endCxn id="23" idx="1"/>
          </p:cNvCxnSpPr>
          <p:nvPr/>
        </p:nvCxnSpPr>
        <p:spPr>
          <a:xfrm>
            <a:off x="6272242" y="6928761"/>
            <a:ext cx="625096" cy="0"/>
          </a:xfrm>
          <a:prstGeom prst="straightConnector1">
            <a:avLst/>
          </a:prstGeom>
          <a:ln w="28575">
            <a:solidFill>
              <a:srgbClr val="171717"/>
            </a:solidFill>
            <a:prstDash val="solid"/>
            <a:headEnd type="none" w="med" len="med"/>
            <a:tailEnd type="triangle" w="med" len="med"/>
          </a:ln>
        </p:spPr>
      </p:cxnSp>
      <p:cxnSp>
        <p:nvCxnSpPr>
          <p:cNvPr id="180" name="EFF-rebuild-0">
            <a:extLst>
              <a:ext uri="{FF2B5EF4-FFF2-40B4-BE49-F238E27FC236}">
                <a16:creationId xmlns:a16="http://schemas.microsoft.com/office/drawing/2014/main" id="{42288B11-08F3-4B82-8EA1-34236759D8F2}"/>
              </a:ext>
            </a:extLst>
          </p:cNvPr>
          <p:cNvCxnSpPr>
            <a:stCxn id="23" idx="2"/>
            <a:endCxn id="25" idx="0"/>
          </p:cNvCxnSpPr>
          <p:nvPr/>
        </p:nvCxnSpPr>
        <p:spPr>
          <a:xfrm flipH="1">
            <a:off x="9211394" y="7214511"/>
            <a:ext cx="1" cy="418624"/>
          </a:xfrm>
          <a:prstGeom prst="straightConnector1">
            <a:avLst/>
          </a:prstGeom>
          <a:ln w="26670">
            <a:solidFill>
              <a:srgbClr val="171717"/>
            </a:solidFill>
            <a:prstDash val="solid"/>
            <a:headEnd type="none" w="med" len="med"/>
            <a:tailEnd type="none" w="med" len="med"/>
          </a:ln>
        </p:spPr>
      </p:cxnSp>
      <p:cxnSp>
        <p:nvCxnSpPr>
          <p:cNvPr id="181" name="EFF-rebuild-1">
            <a:extLst>
              <a:ext uri="{FF2B5EF4-FFF2-40B4-BE49-F238E27FC236}">
                <a16:creationId xmlns:a16="http://schemas.microsoft.com/office/drawing/2014/main" id="{529BA687-5C44-4242-A3E6-7989C56D5F1B}"/>
              </a:ext>
            </a:extLst>
          </p:cNvPr>
          <p:cNvCxnSpPr>
            <a:stCxn id="25" idx="1"/>
            <a:endCxn id="26" idx="3"/>
          </p:cNvCxnSpPr>
          <p:nvPr/>
        </p:nvCxnSpPr>
        <p:spPr>
          <a:xfrm flipH="1">
            <a:off x="3387606" y="7633612"/>
            <a:ext cx="5823367" cy="0"/>
          </a:xfrm>
          <a:prstGeom prst="straightConnector1">
            <a:avLst/>
          </a:prstGeom>
          <a:ln w="26670">
            <a:solidFill>
              <a:srgbClr val="171717"/>
            </a:solidFill>
            <a:prstDash val="solid"/>
            <a:headEnd type="none" w="med" len="med"/>
            <a:tailEnd type="none" w="med" len="med"/>
          </a:ln>
        </p:spPr>
      </p:cxnSp>
      <p:cxnSp>
        <p:nvCxnSpPr>
          <p:cNvPr id="182" name="EFF-rebuild-end">
            <a:extLst>
              <a:ext uri="{FF2B5EF4-FFF2-40B4-BE49-F238E27FC236}">
                <a16:creationId xmlns:a16="http://schemas.microsoft.com/office/drawing/2014/main" id="{8131AE59-5B36-47BD-825C-999E7046C9B3}"/>
              </a:ext>
            </a:extLst>
          </p:cNvPr>
          <p:cNvCxnSpPr>
            <a:stCxn id="26" idx="0"/>
            <a:endCxn id="24" idx="2"/>
          </p:cNvCxnSpPr>
          <p:nvPr/>
        </p:nvCxnSpPr>
        <p:spPr>
          <a:xfrm flipV="1">
            <a:off x="3387186" y="7424538"/>
            <a:ext cx="0" cy="208597"/>
          </a:xfrm>
          <a:prstGeom prst="straightConnector1">
            <a:avLst/>
          </a:prstGeom>
          <a:ln w="26670">
            <a:solidFill>
              <a:srgbClr val="171717"/>
            </a:solidFill>
            <a:prstDash val="solid"/>
            <a:headEnd type="none" w="med" len="med"/>
            <a:tailEnd type="triangle" w="med" len="med"/>
          </a:ln>
        </p:spPr>
      </p:cxnSp>
      <p:cxnSp>
        <p:nvCxnSpPr>
          <p:cNvPr id="183" name="COMPACT-raw-to-acquire">
            <a:extLst>
              <a:ext uri="{FF2B5EF4-FFF2-40B4-BE49-F238E27FC236}">
                <a16:creationId xmlns:a16="http://schemas.microsoft.com/office/drawing/2014/main" id="{5D4C9D8A-A4CF-4C3C-BA53-24D045CC8BFA}"/>
              </a:ext>
            </a:extLst>
          </p:cNvPr>
          <p:cNvCxnSpPr>
            <a:stCxn id="34" idx="2"/>
            <a:endCxn id="21" idx="0"/>
          </p:cNvCxnSpPr>
          <p:nvPr/>
        </p:nvCxnSpPr>
        <p:spPr>
          <a:xfrm flipH="1">
            <a:off x="14378671" y="2399682"/>
            <a:ext cx="1" cy="228123"/>
          </a:xfrm>
          <a:prstGeom prst="straightConnector1">
            <a:avLst/>
          </a:prstGeom>
          <a:ln w="26670">
            <a:solidFill>
              <a:srgbClr val="171717"/>
            </a:solidFill>
            <a:prstDash val="solid"/>
            <a:headEnd type="none" w="med" len="med"/>
            <a:tailEnd type="triangle" w="med" len="med"/>
          </a:ln>
        </p:spPr>
      </p:cxnSp>
      <p:cxnSp>
        <p:nvCxnSpPr>
          <p:cNvPr id="184" name="COMPACT-acquire-to-facts">
            <a:extLst>
              <a:ext uri="{FF2B5EF4-FFF2-40B4-BE49-F238E27FC236}">
                <a16:creationId xmlns:a16="http://schemas.microsoft.com/office/drawing/2014/main" id="{81A516B0-2CF3-4286-9F24-B223023D43A0}"/>
              </a:ext>
            </a:extLst>
          </p:cNvPr>
          <p:cNvCxnSpPr>
            <a:stCxn id="21" idx="2"/>
            <a:endCxn id="35" idx="0"/>
          </p:cNvCxnSpPr>
          <p:nvPr/>
        </p:nvCxnSpPr>
        <p:spPr>
          <a:xfrm>
            <a:off x="14378671" y="3085005"/>
            <a:ext cx="1" cy="161449"/>
          </a:xfrm>
          <a:prstGeom prst="straightConnector1">
            <a:avLst/>
          </a:prstGeom>
          <a:ln w="26670">
            <a:solidFill>
              <a:srgbClr val="171717"/>
            </a:solidFill>
            <a:prstDash val="solid"/>
            <a:headEnd type="none" w="med" len="med"/>
            <a:tailEnd type="triangle" w="med" len="med"/>
          </a:ln>
        </p:spPr>
      </p:cxnSp>
      <p:cxnSp>
        <p:nvCxnSpPr>
          <p:cNvPr id="193" name="DIALOG-question-to-agent">
            <a:extLst>
              <a:ext uri="{FF2B5EF4-FFF2-40B4-BE49-F238E27FC236}">
                <a16:creationId xmlns:a16="http://schemas.microsoft.com/office/drawing/2014/main" id="{61BF7794-8A2D-420E-9077-13F4708256A4}"/>
              </a:ext>
            </a:extLst>
          </p:cNvPr>
          <p:cNvCxnSpPr>
            <a:stCxn id="41" idx="3"/>
            <a:endCxn id="42" idx="1"/>
          </p:cNvCxnSpPr>
          <p:nvPr/>
        </p:nvCxnSpPr>
        <p:spPr>
          <a:xfrm>
            <a:off x="3817404" y="766371"/>
            <a:ext cx="1176236" cy="0"/>
          </a:xfrm>
          <a:prstGeom prst="straightConnector1">
            <a:avLst/>
          </a:prstGeom>
          <a:ln w="26670">
            <a:solidFill>
              <a:srgbClr val="171717"/>
            </a:solidFill>
            <a:prstDash val="solid"/>
            <a:headEnd type="none" w="med" len="med"/>
            <a:tailEnd type="triangle" w="med" len="med"/>
          </a:ln>
        </p:spPr>
      </p:cxnSp>
      <p:cxnSp>
        <p:nvCxnSpPr>
          <p:cNvPr id="194" name="DIALOG-answer-to-user">
            <a:extLst>
              <a:ext uri="{FF2B5EF4-FFF2-40B4-BE49-F238E27FC236}">
                <a16:creationId xmlns:a16="http://schemas.microsoft.com/office/drawing/2014/main" id="{1AAFA766-6B72-4C91-B56C-676B877EBF9E}"/>
              </a:ext>
            </a:extLst>
          </p:cNvPr>
          <p:cNvCxnSpPr>
            <a:stCxn id="43" idx="1"/>
            <a:endCxn id="44" idx="3"/>
          </p:cNvCxnSpPr>
          <p:nvPr/>
        </p:nvCxnSpPr>
        <p:spPr>
          <a:xfrm flipH="1">
            <a:off x="3817404" y="1052121"/>
            <a:ext cx="1176236" cy="0"/>
          </a:xfrm>
          <a:prstGeom prst="straightConnector1">
            <a:avLst/>
          </a:prstGeom>
          <a:ln w="26670">
            <a:solidFill>
              <a:srgbClr val="171717"/>
            </a:solidFill>
            <a:prstDash val="solid"/>
            <a:headEnd type="none" w="med" len="med"/>
            <a:tailEnd type="triangle" w="med" len="med"/>
          </a:ln>
        </p:spPr>
      </p:cxnSp>
      <p:cxnSp>
        <p:nvCxnSpPr>
          <p:cNvPr id="195" name="QUERY-agent-to-memory">
            <a:extLst>
              <a:ext uri="{FF2B5EF4-FFF2-40B4-BE49-F238E27FC236}">
                <a16:creationId xmlns:a16="http://schemas.microsoft.com/office/drawing/2014/main" id="{80B0EC85-9EFF-473B-8085-9910C36AA37F}"/>
              </a:ext>
            </a:extLst>
          </p:cNvPr>
          <p:cNvCxnSpPr>
            <a:cxnSpLocks/>
            <a:stCxn id="45" idx="3"/>
          </p:cNvCxnSpPr>
          <p:nvPr/>
        </p:nvCxnSpPr>
        <p:spPr>
          <a:xfrm flipV="1">
            <a:off x="6507867" y="749367"/>
            <a:ext cx="3110428" cy="17004"/>
          </a:xfrm>
          <a:prstGeom prst="straightConnector1">
            <a:avLst/>
          </a:prstGeom>
          <a:ln w="26670">
            <a:solidFill>
              <a:srgbClr val="171717"/>
            </a:solidFill>
            <a:prstDash val="solid"/>
            <a:headEnd type="none" w="med" len="med"/>
            <a:tailEnd type="triangle" w="med" len="med"/>
          </a:ln>
        </p:spPr>
      </p:cxnSp>
      <p:cxnSp>
        <p:nvCxnSpPr>
          <p:cNvPr id="201" name="PLAN-trunk-1">
            <a:extLst>
              <a:ext uri="{FF2B5EF4-FFF2-40B4-BE49-F238E27FC236}">
                <a16:creationId xmlns:a16="http://schemas.microsoft.com/office/drawing/2014/main" id="{AC5564E9-2D54-4340-A63A-4C0F13475A8A}"/>
              </a:ext>
            </a:extLst>
          </p:cNvPr>
          <p:cNvCxnSpPr>
            <a:cxnSpLocks/>
            <a:endCxn id="51" idx="0"/>
          </p:cNvCxnSpPr>
          <p:nvPr/>
        </p:nvCxnSpPr>
        <p:spPr>
          <a:xfrm>
            <a:off x="369512" y="2409374"/>
            <a:ext cx="0" cy="1098826"/>
          </a:xfrm>
          <a:prstGeom prst="straightConnector1">
            <a:avLst/>
          </a:prstGeom>
          <a:ln w="20955">
            <a:solidFill>
              <a:srgbClr val="969696"/>
            </a:solidFill>
            <a:prstDash val="solid"/>
            <a:headEnd type="none" w="med" len="med"/>
            <a:tailEnd type="none" w="med" len="med"/>
          </a:ln>
        </p:spPr>
      </p:cxnSp>
      <p:cxnSp>
        <p:nvCxnSpPr>
          <p:cNvPr id="202" name="PLAN-trunk-2">
            <a:extLst>
              <a:ext uri="{FF2B5EF4-FFF2-40B4-BE49-F238E27FC236}">
                <a16:creationId xmlns:a16="http://schemas.microsoft.com/office/drawing/2014/main" id="{595D6495-C841-4912-85CB-B82C75C7176A}"/>
              </a:ext>
            </a:extLst>
          </p:cNvPr>
          <p:cNvCxnSpPr>
            <a:stCxn id="51" idx="2"/>
            <a:endCxn id="52" idx="0"/>
          </p:cNvCxnSpPr>
          <p:nvPr/>
        </p:nvCxnSpPr>
        <p:spPr>
          <a:xfrm>
            <a:off x="369512" y="3509153"/>
            <a:ext cx="0" cy="1289684"/>
          </a:xfrm>
          <a:prstGeom prst="straightConnector1">
            <a:avLst/>
          </a:prstGeom>
          <a:ln w="22860">
            <a:solidFill>
              <a:srgbClr val="171717"/>
            </a:solidFill>
            <a:prstDash val="solid"/>
            <a:headEnd type="none" w="med" len="med"/>
            <a:tailEnd type="none" w="med" len="med"/>
          </a:ln>
        </p:spPr>
      </p:cxnSp>
      <p:cxnSp>
        <p:nvCxnSpPr>
          <p:cNvPr id="203" name="PLAN-lookup-choice">
            <a:extLst>
              <a:ext uri="{FF2B5EF4-FFF2-40B4-BE49-F238E27FC236}">
                <a16:creationId xmlns:a16="http://schemas.microsoft.com/office/drawing/2014/main" id="{C9EC5777-B818-42D8-BF41-EFE97933D4CE}"/>
              </a:ext>
            </a:extLst>
          </p:cNvPr>
          <p:cNvCxnSpPr>
            <a:cxnSpLocks/>
          </p:cNvCxnSpPr>
          <p:nvPr/>
        </p:nvCxnSpPr>
        <p:spPr>
          <a:xfrm flipV="1">
            <a:off x="362410" y="2409374"/>
            <a:ext cx="179966" cy="0"/>
          </a:xfrm>
          <a:prstGeom prst="straightConnector1">
            <a:avLst/>
          </a:prstGeom>
          <a:ln w="20955">
            <a:solidFill>
              <a:srgbClr val="969696"/>
            </a:solidFill>
            <a:prstDash val="solid"/>
            <a:headEnd type="none" w="med" len="med"/>
            <a:tailEnd type="triangle" w="med" len="med"/>
          </a:ln>
        </p:spPr>
      </p:cxnSp>
      <p:cxnSp>
        <p:nvCxnSpPr>
          <p:cNvPr id="204" name="PLAN-independent-choice">
            <a:extLst>
              <a:ext uri="{FF2B5EF4-FFF2-40B4-BE49-F238E27FC236}">
                <a16:creationId xmlns:a16="http://schemas.microsoft.com/office/drawing/2014/main" id="{D73C7F4C-82AA-4C36-8870-9BEC8950F3F9}"/>
              </a:ext>
            </a:extLst>
          </p:cNvPr>
          <p:cNvCxnSpPr>
            <a:cxnSpLocks/>
            <a:stCxn id="51" idx="3"/>
          </p:cNvCxnSpPr>
          <p:nvPr/>
        </p:nvCxnSpPr>
        <p:spPr>
          <a:xfrm flipV="1">
            <a:off x="369932" y="3508676"/>
            <a:ext cx="179966" cy="0"/>
          </a:xfrm>
          <a:prstGeom prst="straightConnector1">
            <a:avLst/>
          </a:prstGeom>
          <a:ln w="20955">
            <a:solidFill>
              <a:srgbClr val="969696"/>
            </a:solidFill>
            <a:prstDash val="solid"/>
            <a:headEnd type="none" w="med" len="med"/>
            <a:tailEnd type="triangle" w="med" len="med"/>
          </a:ln>
        </p:spPr>
      </p:cxnSp>
      <p:cxnSp>
        <p:nvCxnSpPr>
          <p:cNvPr id="205" name="PLAN-dependent-choice">
            <a:extLst>
              <a:ext uri="{FF2B5EF4-FFF2-40B4-BE49-F238E27FC236}">
                <a16:creationId xmlns:a16="http://schemas.microsoft.com/office/drawing/2014/main" id="{269F0364-DE1F-4B3D-9D1A-0E8B14E86503}"/>
              </a:ext>
            </a:extLst>
          </p:cNvPr>
          <p:cNvCxnSpPr>
            <a:cxnSpLocks/>
            <a:stCxn id="52" idx="3"/>
          </p:cNvCxnSpPr>
          <p:nvPr/>
        </p:nvCxnSpPr>
        <p:spPr>
          <a:xfrm flipV="1">
            <a:off x="369932" y="4799314"/>
            <a:ext cx="179966" cy="0"/>
          </a:xfrm>
          <a:prstGeom prst="straightConnector1">
            <a:avLst/>
          </a:prstGeom>
          <a:ln w="26670">
            <a:solidFill>
              <a:srgbClr val="171717"/>
            </a:solidFill>
            <a:prstDash val="solid"/>
            <a:headEnd type="none" w="med" len="med"/>
            <a:tailEnd type="triangle" w="med" len="med"/>
          </a:ln>
        </p:spPr>
      </p:cxnSp>
      <p:sp>
        <p:nvSpPr>
          <p:cNvPr id="5" name="M03-entry">
            <a:extLst>
              <a:ext uri="{FF2B5EF4-FFF2-40B4-BE49-F238E27FC236}">
                <a16:creationId xmlns:a16="http://schemas.microsoft.com/office/drawing/2014/main" id="{1B62CBC7-7E08-442D-BABE-312A2FC8A4FA}"/>
              </a:ext>
            </a:extLst>
          </p:cNvPr>
          <p:cNvSpPr>
            <a:spLocks noGrp="1"/>
          </p:cNvSpPr>
          <p:nvPr/>
        </p:nvSpPr>
        <p:spPr>
          <a:xfrm>
            <a:off x="453168" y="2241375"/>
            <a:ext cx="841" cy="953"/>
          </a:xfrm>
          <a:prstGeom prst="rect">
            <a:avLst/>
          </a:prstGeom>
          <a:noFill/>
          <a:ln w="0">
            <a:noFill/>
            <a:prstDash val="solid"/>
          </a:ln>
        </p:spPr>
      </p:sp>
      <p:sp>
        <p:nvSpPr>
          <p:cNvPr id="6" name="M04-entry">
            <a:extLst>
              <a:ext uri="{FF2B5EF4-FFF2-40B4-BE49-F238E27FC236}">
                <a16:creationId xmlns:a16="http://schemas.microsoft.com/office/drawing/2014/main" id="{2936A127-2EAC-4E59-93C4-2BFEDFAB650A}"/>
              </a:ext>
            </a:extLst>
          </p:cNvPr>
          <p:cNvSpPr>
            <a:spLocks noGrp="1"/>
          </p:cNvSpPr>
          <p:nvPr/>
        </p:nvSpPr>
        <p:spPr>
          <a:xfrm>
            <a:off x="453168" y="3508200"/>
            <a:ext cx="841" cy="953"/>
          </a:xfrm>
          <a:prstGeom prst="rect">
            <a:avLst/>
          </a:prstGeom>
          <a:noFill/>
          <a:ln w="0">
            <a:noFill/>
            <a:prstDash val="solid"/>
          </a:ln>
        </p:spPr>
      </p:sp>
      <p:sp>
        <p:nvSpPr>
          <p:cNvPr id="7" name="M05-entry">
            <a:extLst>
              <a:ext uri="{FF2B5EF4-FFF2-40B4-BE49-F238E27FC236}">
                <a16:creationId xmlns:a16="http://schemas.microsoft.com/office/drawing/2014/main" id="{4AC7DB89-B0AF-4714-A207-F73311045AB5}"/>
              </a:ext>
            </a:extLst>
          </p:cNvPr>
          <p:cNvSpPr>
            <a:spLocks noGrp="1"/>
          </p:cNvSpPr>
          <p:nvPr/>
        </p:nvSpPr>
        <p:spPr>
          <a:xfrm>
            <a:off x="453168" y="4798837"/>
            <a:ext cx="841" cy="953"/>
          </a:xfrm>
          <a:prstGeom prst="rect">
            <a:avLst/>
          </a:prstGeom>
          <a:noFill/>
          <a:ln w="0">
            <a:noFill/>
            <a:prstDash val="solid"/>
          </a:ln>
        </p:spPr>
      </p:sp>
      <p:sp>
        <p:nvSpPr>
          <p:cNvPr id="8" name="P08-lookup-target">
            <a:extLst>
              <a:ext uri="{FF2B5EF4-FFF2-40B4-BE49-F238E27FC236}">
                <a16:creationId xmlns:a16="http://schemas.microsoft.com/office/drawing/2014/main" id="{BD631DF1-EBAF-4E62-8F3B-259168699EA1}"/>
              </a:ext>
            </a:extLst>
          </p:cNvPr>
          <p:cNvSpPr>
            <a:spLocks noGrp="1"/>
          </p:cNvSpPr>
          <p:nvPr/>
        </p:nvSpPr>
        <p:spPr>
          <a:xfrm>
            <a:off x="550214" y="2673810"/>
            <a:ext cx="1033812" cy="457200"/>
          </a:xfrm>
          <a:prstGeom prst="roundRect">
            <a:avLst>
              <a:gd name="adj" fmla="val 6250"/>
            </a:avLst>
          </a:prstGeom>
          <a:solidFill>
            <a:srgbClr val="FFFFFF"/>
          </a:solidFill>
          <a:ln w="19050">
            <a:solidFill>
              <a:srgbClr val="171717"/>
            </a:solidFill>
            <a:prstDash val="solid"/>
          </a:ln>
        </p:spPr>
      </p:sp>
      <p:sp>
        <p:nvSpPr>
          <p:cNvPr id="63" name="P08-lookup-target-cell-0-0">
            <a:extLst>
              <a:ext uri="{FF2B5EF4-FFF2-40B4-BE49-F238E27FC236}">
                <a16:creationId xmlns:a16="http://schemas.microsoft.com/office/drawing/2014/main" id="{BFA2CE0F-FF96-4AFD-AEEA-EF0EFA2141A2}"/>
              </a:ext>
            </a:extLst>
          </p:cNvPr>
          <p:cNvSpPr>
            <a:spLocks noGrp="1"/>
          </p:cNvSpPr>
          <p:nvPr/>
        </p:nvSpPr>
        <p:spPr>
          <a:xfrm>
            <a:off x="562235" y="2683335"/>
            <a:ext cx="1009770" cy="209550"/>
          </a:xfrm>
          <a:prstGeom prst="rect">
            <a:avLst/>
          </a:prstGeom>
          <a:solidFill>
            <a:srgbClr val="FFD778"/>
          </a:solidFill>
          <a:ln w="9525">
            <a:solidFill>
              <a:srgbClr val="FFFFFF"/>
            </a:solidFill>
            <a:prstDash val="solid"/>
          </a:ln>
        </p:spPr>
      </p:sp>
      <p:sp>
        <p:nvSpPr>
          <p:cNvPr id="64" name="P08-lookup-target-cell-1-0">
            <a:extLst>
              <a:ext uri="{FF2B5EF4-FFF2-40B4-BE49-F238E27FC236}">
                <a16:creationId xmlns:a16="http://schemas.microsoft.com/office/drawing/2014/main" id="{82EB561E-B3FC-4C4C-8172-CA396CBB12C5}"/>
              </a:ext>
            </a:extLst>
          </p:cNvPr>
          <p:cNvSpPr>
            <a:spLocks noGrp="1"/>
          </p:cNvSpPr>
          <p:nvPr/>
        </p:nvSpPr>
        <p:spPr>
          <a:xfrm>
            <a:off x="562235" y="2911935"/>
            <a:ext cx="1009770" cy="209550"/>
          </a:xfrm>
          <a:prstGeom prst="rect">
            <a:avLst/>
          </a:prstGeom>
          <a:solidFill>
            <a:srgbClr val="FFF2CA"/>
          </a:solidFill>
          <a:ln w="9525">
            <a:solidFill>
              <a:srgbClr val="FFFFFF"/>
            </a:solidFill>
            <a:prstDash val="solid"/>
          </a:ln>
        </p:spPr>
      </p:sp>
      <p:sp>
        <p:nvSpPr>
          <p:cNvPr id="9" name="P09-lookup-triple">
            <a:extLst>
              <a:ext uri="{FF2B5EF4-FFF2-40B4-BE49-F238E27FC236}">
                <a16:creationId xmlns:a16="http://schemas.microsoft.com/office/drawing/2014/main" id="{E3D45108-F6ED-40BA-853B-87A5E3960C53}"/>
              </a:ext>
            </a:extLst>
          </p:cNvPr>
          <p:cNvSpPr>
            <a:spLocks noGrp="1"/>
          </p:cNvSpPr>
          <p:nvPr/>
        </p:nvSpPr>
        <p:spPr>
          <a:xfrm>
            <a:off x="4312808" y="2645235"/>
            <a:ext cx="3918869" cy="514350"/>
          </a:xfrm>
          <a:prstGeom prst="roundRect">
            <a:avLst>
              <a:gd name="adj" fmla="val 5556"/>
            </a:avLst>
          </a:prstGeom>
          <a:solidFill>
            <a:srgbClr val="FFFFFF"/>
          </a:solidFill>
          <a:ln w="19050">
            <a:solidFill>
              <a:srgbClr val="171717"/>
            </a:solidFill>
            <a:prstDash val="solid"/>
          </a:ln>
        </p:spPr>
      </p:sp>
      <p:sp>
        <p:nvSpPr>
          <p:cNvPr id="65" name="P09-lookup-triple-cell-0-0">
            <a:extLst>
              <a:ext uri="{FF2B5EF4-FFF2-40B4-BE49-F238E27FC236}">
                <a16:creationId xmlns:a16="http://schemas.microsoft.com/office/drawing/2014/main" id="{F224FAB7-6411-45E1-897A-693F65DF0CC1}"/>
              </a:ext>
            </a:extLst>
          </p:cNvPr>
          <p:cNvSpPr>
            <a:spLocks noGrp="1"/>
          </p:cNvSpPr>
          <p:nvPr/>
        </p:nvSpPr>
        <p:spPr>
          <a:xfrm>
            <a:off x="4324829" y="2654760"/>
            <a:ext cx="1358381" cy="238125"/>
          </a:xfrm>
          <a:prstGeom prst="rect">
            <a:avLst/>
          </a:prstGeom>
          <a:solidFill>
            <a:srgbClr val="FFAEAE"/>
          </a:solidFill>
          <a:ln w="9525">
            <a:solidFill>
              <a:srgbClr val="FFFFFF"/>
            </a:solidFill>
            <a:prstDash val="solid"/>
          </a:ln>
        </p:spPr>
      </p:sp>
      <p:sp>
        <p:nvSpPr>
          <p:cNvPr id="66" name="P09-lookup-triple-cell-0-1">
            <a:extLst>
              <a:ext uri="{FF2B5EF4-FFF2-40B4-BE49-F238E27FC236}">
                <a16:creationId xmlns:a16="http://schemas.microsoft.com/office/drawing/2014/main" id="{F9117EB8-20E5-4450-AB2C-FBF2E04B75CD}"/>
              </a:ext>
            </a:extLst>
          </p:cNvPr>
          <p:cNvSpPr>
            <a:spLocks noGrp="1"/>
          </p:cNvSpPr>
          <p:nvPr/>
        </p:nvSpPr>
        <p:spPr>
          <a:xfrm>
            <a:off x="5707252" y="2654760"/>
            <a:ext cx="1490613" cy="238125"/>
          </a:xfrm>
          <a:prstGeom prst="rect">
            <a:avLst/>
          </a:prstGeom>
          <a:solidFill>
            <a:srgbClr val="FFAEAE"/>
          </a:solidFill>
          <a:ln w="9525">
            <a:solidFill>
              <a:srgbClr val="FFFFFF"/>
            </a:solidFill>
            <a:prstDash val="solid"/>
          </a:ln>
        </p:spPr>
      </p:sp>
      <p:sp>
        <p:nvSpPr>
          <p:cNvPr id="67" name="P09-lookup-triple-cell-0-2">
            <a:extLst>
              <a:ext uri="{FF2B5EF4-FFF2-40B4-BE49-F238E27FC236}">
                <a16:creationId xmlns:a16="http://schemas.microsoft.com/office/drawing/2014/main" id="{39F6E36D-F999-4985-93CB-09F964E8213E}"/>
              </a:ext>
            </a:extLst>
          </p:cNvPr>
          <p:cNvSpPr>
            <a:spLocks noGrp="1"/>
          </p:cNvSpPr>
          <p:nvPr/>
        </p:nvSpPr>
        <p:spPr>
          <a:xfrm>
            <a:off x="7221907" y="2654760"/>
            <a:ext cx="997749" cy="238125"/>
          </a:xfrm>
          <a:prstGeom prst="rect">
            <a:avLst/>
          </a:prstGeom>
          <a:solidFill>
            <a:srgbClr val="FFAEAE"/>
          </a:solidFill>
          <a:ln w="9525">
            <a:solidFill>
              <a:srgbClr val="FFFFFF"/>
            </a:solidFill>
            <a:prstDash val="solid"/>
          </a:ln>
        </p:spPr>
      </p:sp>
      <p:sp>
        <p:nvSpPr>
          <p:cNvPr id="68" name="P09-lookup-triple-cell-1-0">
            <a:extLst>
              <a:ext uri="{FF2B5EF4-FFF2-40B4-BE49-F238E27FC236}">
                <a16:creationId xmlns:a16="http://schemas.microsoft.com/office/drawing/2014/main" id="{E4A593BD-E22C-44D3-B0EA-6CD80ACA4171}"/>
              </a:ext>
            </a:extLst>
          </p:cNvPr>
          <p:cNvSpPr>
            <a:spLocks noGrp="1"/>
          </p:cNvSpPr>
          <p:nvPr/>
        </p:nvSpPr>
        <p:spPr>
          <a:xfrm>
            <a:off x="4324829" y="2911935"/>
            <a:ext cx="1358381" cy="238125"/>
          </a:xfrm>
          <a:prstGeom prst="rect">
            <a:avLst/>
          </a:prstGeom>
          <a:solidFill>
            <a:srgbClr val="FFE7DE"/>
          </a:solidFill>
          <a:ln w="9525">
            <a:solidFill>
              <a:srgbClr val="FFFFFF"/>
            </a:solidFill>
            <a:prstDash val="solid"/>
          </a:ln>
        </p:spPr>
      </p:sp>
      <p:sp>
        <p:nvSpPr>
          <p:cNvPr id="69" name="P09-lookup-triple-cell-1-1">
            <a:extLst>
              <a:ext uri="{FF2B5EF4-FFF2-40B4-BE49-F238E27FC236}">
                <a16:creationId xmlns:a16="http://schemas.microsoft.com/office/drawing/2014/main" id="{32EBAE49-5B71-4040-A984-1BCF2BFB8FCA}"/>
              </a:ext>
            </a:extLst>
          </p:cNvPr>
          <p:cNvSpPr>
            <a:spLocks noGrp="1"/>
          </p:cNvSpPr>
          <p:nvPr/>
        </p:nvSpPr>
        <p:spPr>
          <a:xfrm>
            <a:off x="5707252" y="2911935"/>
            <a:ext cx="1490613" cy="238125"/>
          </a:xfrm>
          <a:prstGeom prst="rect">
            <a:avLst/>
          </a:prstGeom>
          <a:solidFill>
            <a:srgbClr val="FFE7DE"/>
          </a:solidFill>
          <a:ln w="9525">
            <a:solidFill>
              <a:srgbClr val="FFFFFF"/>
            </a:solidFill>
            <a:prstDash val="solid"/>
          </a:ln>
        </p:spPr>
      </p:sp>
      <p:sp>
        <p:nvSpPr>
          <p:cNvPr id="70" name="P09-lookup-triple-cell-1-2">
            <a:extLst>
              <a:ext uri="{FF2B5EF4-FFF2-40B4-BE49-F238E27FC236}">
                <a16:creationId xmlns:a16="http://schemas.microsoft.com/office/drawing/2014/main" id="{A7DCB9C7-866A-4568-9C96-435247A10418}"/>
              </a:ext>
            </a:extLst>
          </p:cNvPr>
          <p:cNvSpPr>
            <a:spLocks noGrp="1"/>
          </p:cNvSpPr>
          <p:nvPr/>
        </p:nvSpPr>
        <p:spPr>
          <a:xfrm>
            <a:off x="7221907" y="2911935"/>
            <a:ext cx="997749" cy="238125"/>
          </a:xfrm>
          <a:prstGeom prst="rect">
            <a:avLst/>
          </a:prstGeom>
          <a:solidFill>
            <a:srgbClr val="FFE7DE"/>
          </a:solidFill>
          <a:ln w="9525">
            <a:solidFill>
              <a:srgbClr val="FFFFFF"/>
            </a:solidFill>
            <a:prstDash val="solid"/>
          </a:ln>
        </p:spPr>
      </p:sp>
      <p:sp>
        <p:nvSpPr>
          <p:cNvPr id="10" name="P11-lookup-value">
            <a:extLst>
              <a:ext uri="{FF2B5EF4-FFF2-40B4-BE49-F238E27FC236}">
                <a16:creationId xmlns:a16="http://schemas.microsoft.com/office/drawing/2014/main" id="{7AA9A2E3-2362-4D65-8889-B4FA67696F48}"/>
              </a:ext>
            </a:extLst>
          </p:cNvPr>
          <p:cNvSpPr>
            <a:spLocks noGrp="1"/>
          </p:cNvSpPr>
          <p:nvPr/>
        </p:nvSpPr>
        <p:spPr>
          <a:xfrm>
            <a:off x="9962711" y="2673810"/>
            <a:ext cx="1286254" cy="457200"/>
          </a:xfrm>
          <a:prstGeom prst="roundRect">
            <a:avLst>
              <a:gd name="adj" fmla="val 6250"/>
            </a:avLst>
          </a:prstGeom>
          <a:solidFill>
            <a:srgbClr val="FFFFFF"/>
          </a:solidFill>
          <a:ln w="19050">
            <a:solidFill>
              <a:srgbClr val="171717"/>
            </a:solidFill>
            <a:prstDash val="solid"/>
          </a:ln>
        </p:spPr>
      </p:sp>
      <p:sp>
        <p:nvSpPr>
          <p:cNvPr id="71" name="P11-lookup-value-cell-0-0">
            <a:extLst>
              <a:ext uri="{FF2B5EF4-FFF2-40B4-BE49-F238E27FC236}">
                <a16:creationId xmlns:a16="http://schemas.microsoft.com/office/drawing/2014/main" id="{847681C6-5122-4FA9-98C8-BC28980D6B7F}"/>
              </a:ext>
            </a:extLst>
          </p:cNvPr>
          <p:cNvSpPr>
            <a:spLocks noGrp="1"/>
          </p:cNvSpPr>
          <p:nvPr/>
        </p:nvSpPr>
        <p:spPr>
          <a:xfrm>
            <a:off x="9974732" y="2683335"/>
            <a:ext cx="1262212" cy="209550"/>
          </a:xfrm>
          <a:prstGeom prst="rect">
            <a:avLst/>
          </a:prstGeom>
          <a:solidFill>
            <a:srgbClr val="D8B9EC"/>
          </a:solidFill>
          <a:ln w="9525">
            <a:solidFill>
              <a:srgbClr val="FFFFFF"/>
            </a:solidFill>
            <a:prstDash val="solid"/>
          </a:ln>
        </p:spPr>
      </p:sp>
      <p:sp>
        <p:nvSpPr>
          <p:cNvPr id="72" name="P11-lookup-value-cell-1-0">
            <a:extLst>
              <a:ext uri="{FF2B5EF4-FFF2-40B4-BE49-F238E27FC236}">
                <a16:creationId xmlns:a16="http://schemas.microsoft.com/office/drawing/2014/main" id="{C06198D9-B324-44CD-ADBD-87A414E6D805}"/>
              </a:ext>
            </a:extLst>
          </p:cNvPr>
          <p:cNvSpPr>
            <a:spLocks noGrp="1"/>
          </p:cNvSpPr>
          <p:nvPr/>
        </p:nvSpPr>
        <p:spPr>
          <a:xfrm>
            <a:off x="9974732" y="2911935"/>
            <a:ext cx="1262212" cy="209550"/>
          </a:xfrm>
          <a:prstGeom prst="rect">
            <a:avLst/>
          </a:prstGeom>
          <a:solidFill>
            <a:srgbClr val="EBE1F3"/>
          </a:solidFill>
          <a:ln w="9525">
            <a:solidFill>
              <a:srgbClr val="FFFFFF"/>
            </a:solidFill>
            <a:prstDash val="solid"/>
          </a:ln>
        </p:spPr>
      </p:sp>
      <p:sp>
        <p:nvSpPr>
          <p:cNvPr id="11" name="P12-march-scope">
            <a:extLst>
              <a:ext uri="{FF2B5EF4-FFF2-40B4-BE49-F238E27FC236}">
                <a16:creationId xmlns:a16="http://schemas.microsoft.com/office/drawing/2014/main" id="{71CBA0D8-FAEA-456C-B5CA-4333E68458D5}"/>
              </a:ext>
            </a:extLst>
          </p:cNvPr>
          <p:cNvSpPr>
            <a:spLocks noGrp="1"/>
          </p:cNvSpPr>
          <p:nvPr/>
        </p:nvSpPr>
        <p:spPr>
          <a:xfrm>
            <a:off x="550214" y="3750135"/>
            <a:ext cx="2776867" cy="838200"/>
          </a:xfrm>
          <a:prstGeom prst="roundRect">
            <a:avLst>
              <a:gd name="adj" fmla="val 3409"/>
            </a:avLst>
          </a:prstGeom>
          <a:solidFill>
            <a:srgbClr val="FFFFFF"/>
          </a:solidFill>
          <a:ln w="19050">
            <a:solidFill>
              <a:srgbClr val="171717"/>
            </a:solidFill>
            <a:prstDash val="solid"/>
          </a:ln>
        </p:spPr>
      </p:sp>
      <p:sp>
        <p:nvSpPr>
          <p:cNvPr id="73" name="P12-march-scope-cell-0-0">
            <a:extLst>
              <a:ext uri="{FF2B5EF4-FFF2-40B4-BE49-F238E27FC236}">
                <a16:creationId xmlns:a16="http://schemas.microsoft.com/office/drawing/2014/main" id="{CC880312-59FA-45DC-8419-01D6CC0C78BB}"/>
              </a:ext>
            </a:extLst>
          </p:cNvPr>
          <p:cNvSpPr>
            <a:spLocks noGrp="1"/>
          </p:cNvSpPr>
          <p:nvPr/>
        </p:nvSpPr>
        <p:spPr>
          <a:xfrm>
            <a:off x="562235" y="3759660"/>
            <a:ext cx="1382423" cy="190500"/>
          </a:xfrm>
          <a:prstGeom prst="rect">
            <a:avLst/>
          </a:prstGeom>
          <a:solidFill>
            <a:srgbClr val="FFAEAE"/>
          </a:solidFill>
          <a:ln w="9525">
            <a:solidFill>
              <a:srgbClr val="FFFFFF"/>
            </a:solidFill>
            <a:prstDash val="solid"/>
          </a:ln>
        </p:spPr>
      </p:sp>
      <p:sp>
        <p:nvSpPr>
          <p:cNvPr id="74" name="P12-march-scope-cell-0-1">
            <a:extLst>
              <a:ext uri="{FF2B5EF4-FFF2-40B4-BE49-F238E27FC236}">
                <a16:creationId xmlns:a16="http://schemas.microsoft.com/office/drawing/2014/main" id="{1CBE9224-CCEB-403D-9E0C-22B74BF06C17}"/>
              </a:ext>
            </a:extLst>
          </p:cNvPr>
          <p:cNvSpPr>
            <a:spLocks noGrp="1"/>
          </p:cNvSpPr>
          <p:nvPr/>
        </p:nvSpPr>
        <p:spPr>
          <a:xfrm>
            <a:off x="1968700" y="3759660"/>
            <a:ext cx="1346360" cy="190500"/>
          </a:xfrm>
          <a:prstGeom prst="rect">
            <a:avLst/>
          </a:prstGeom>
          <a:solidFill>
            <a:srgbClr val="FFAEAE"/>
          </a:solidFill>
          <a:ln w="9525">
            <a:solidFill>
              <a:srgbClr val="FFFFFF"/>
            </a:solidFill>
            <a:prstDash val="solid"/>
          </a:ln>
        </p:spPr>
      </p:sp>
      <p:sp>
        <p:nvSpPr>
          <p:cNvPr id="75" name="P12-march-scope-cell-1-0">
            <a:extLst>
              <a:ext uri="{FF2B5EF4-FFF2-40B4-BE49-F238E27FC236}">
                <a16:creationId xmlns:a16="http://schemas.microsoft.com/office/drawing/2014/main" id="{C4643092-C449-4933-AC08-2EF6A1A4B572}"/>
              </a:ext>
            </a:extLst>
          </p:cNvPr>
          <p:cNvSpPr>
            <a:spLocks noGrp="1"/>
          </p:cNvSpPr>
          <p:nvPr/>
        </p:nvSpPr>
        <p:spPr>
          <a:xfrm>
            <a:off x="562235" y="3969210"/>
            <a:ext cx="1382423" cy="190500"/>
          </a:xfrm>
          <a:prstGeom prst="rect">
            <a:avLst/>
          </a:prstGeom>
          <a:solidFill>
            <a:srgbClr val="FFE7DE"/>
          </a:solidFill>
          <a:ln w="9525">
            <a:solidFill>
              <a:srgbClr val="FFFFFF"/>
            </a:solidFill>
            <a:prstDash val="solid"/>
          </a:ln>
        </p:spPr>
      </p:sp>
      <p:sp>
        <p:nvSpPr>
          <p:cNvPr id="76" name="P12-march-scope-cell-1-1">
            <a:extLst>
              <a:ext uri="{FF2B5EF4-FFF2-40B4-BE49-F238E27FC236}">
                <a16:creationId xmlns:a16="http://schemas.microsoft.com/office/drawing/2014/main" id="{45907E75-ECAE-4445-AA27-7CB581E4AAF6}"/>
              </a:ext>
            </a:extLst>
          </p:cNvPr>
          <p:cNvSpPr>
            <a:spLocks noGrp="1"/>
          </p:cNvSpPr>
          <p:nvPr/>
        </p:nvSpPr>
        <p:spPr>
          <a:xfrm>
            <a:off x="1968700" y="3969210"/>
            <a:ext cx="1346360" cy="190500"/>
          </a:xfrm>
          <a:prstGeom prst="rect">
            <a:avLst/>
          </a:prstGeom>
          <a:solidFill>
            <a:srgbClr val="FFE7DE"/>
          </a:solidFill>
          <a:ln w="9525">
            <a:solidFill>
              <a:srgbClr val="FFFFFF"/>
            </a:solidFill>
            <a:prstDash val="solid"/>
          </a:ln>
        </p:spPr>
      </p:sp>
      <p:sp>
        <p:nvSpPr>
          <p:cNvPr id="77" name="P12-march-scope-cell-2-0">
            <a:extLst>
              <a:ext uri="{FF2B5EF4-FFF2-40B4-BE49-F238E27FC236}">
                <a16:creationId xmlns:a16="http://schemas.microsoft.com/office/drawing/2014/main" id="{41E2C987-0228-4DA4-A119-D011DA61C94B}"/>
              </a:ext>
            </a:extLst>
          </p:cNvPr>
          <p:cNvSpPr>
            <a:spLocks noGrp="1"/>
          </p:cNvSpPr>
          <p:nvPr/>
        </p:nvSpPr>
        <p:spPr>
          <a:xfrm>
            <a:off x="562235" y="4178760"/>
            <a:ext cx="1382423" cy="190500"/>
          </a:xfrm>
          <a:prstGeom prst="rect">
            <a:avLst/>
          </a:prstGeom>
          <a:solidFill>
            <a:srgbClr val="FFE7DE"/>
          </a:solidFill>
          <a:ln w="9525">
            <a:solidFill>
              <a:srgbClr val="FFFFFF"/>
            </a:solidFill>
            <a:prstDash val="solid"/>
          </a:ln>
        </p:spPr>
      </p:sp>
      <p:sp>
        <p:nvSpPr>
          <p:cNvPr id="78" name="P12-march-scope-cell-2-1">
            <a:extLst>
              <a:ext uri="{FF2B5EF4-FFF2-40B4-BE49-F238E27FC236}">
                <a16:creationId xmlns:a16="http://schemas.microsoft.com/office/drawing/2014/main" id="{C3776124-FE42-4895-83B5-BD0D81E5950F}"/>
              </a:ext>
            </a:extLst>
          </p:cNvPr>
          <p:cNvSpPr>
            <a:spLocks noGrp="1"/>
          </p:cNvSpPr>
          <p:nvPr/>
        </p:nvSpPr>
        <p:spPr>
          <a:xfrm>
            <a:off x="1968700" y="4178760"/>
            <a:ext cx="1346360" cy="190500"/>
          </a:xfrm>
          <a:prstGeom prst="rect">
            <a:avLst/>
          </a:prstGeom>
          <a:solidFill>
            <a:srgbClr val="FFE7DE"/>
          </a:solidFill>
          <a:ln w="9525">
            <a:solidFill>
              <a:srgbClr val="FFFFFF"/>
            </a:solidFill>
            <a:prstDash val="solid"/>
          </a:ln>
        </p:spPr>
      </p:sp>
      <p:sp>
        <p:nvSpPr>
          <p:cNvPr id="79" name="P12-march-scope-cell-3-0">
            <a:extLst>
              <a:ext uri="{FF2B5EF4-FFF2-40B4-BE49-F238E27FC236}">
                <a16:creationId xmlns:a16="http://schemas.microsoft.com/office/drawing/2014/main" id="{116D178D-72BD-4B25-B9DB-A02072B64148}"/>
              </a:ext>
            </a:extLst>
          </p:cNvPr>
          <p:cNvSpPr>
            <a:spLocks noGrp="1"/>
          </p:cNvSpPr>
          <p:nvPr/>
        </p:nvSpPr>
        <p:spPr>
          <a:xfrm>
            <a:off x="562235" y="4388310"/>
            <a:ext cx="1382423" cy="190500"/>
          </a:xfrm>
          <a:prstGeom prst="rect">
            <a:avLst/>
          </a:prstGeom>
          <a:solidFill>
            <a:srgbClr val="FFE7DE"/>
          </a:solidFill>
          <a:ln w="9525">
            <a:solidFill>
              <a:srgbClr val="FFFFFF"/>
            </a:solidFill>
            <a:prstDash val="solid"/>
          </a:ln>
        </p:spPr>
      </p:sp>
      <p:sp>
        <p:nvSpPr>
          <p:cNvPr id="80" name="P12-march-scope-cell-3-1">
            <a:extLst>
              <a:ext uri="{FF2B5EF4-FFF2-40B4-BE49-F238E27FC236}">
                <a16:creationId xmlns:a16="http://schemas.microsoft.com/office/drawing/2014/main" id="{E0401C82-9696-4829-B07E-1DA64E1E2023}"/>
              </a:ext>
            </a:extLst>
          </p:cNvPr>
          <p:cNvSpPr>
            <a:spLocks noGrp="1"/>
          </p:cNvSpPr>
          <p:nvPr/>
        </p:nvSpPr>
        <p:spPr>
          <a:xfrm>
            <a:off x="1968700" y="4388310"/>
            <a:ext cx="1346360" cy="190500"/>
          </a:xfrm>
          <a:prstGeom prst="rect">
            <a:avLst/>
          </a:prstGeom>
          <a:solidFill>
            <a:srgbClr val="FFE7DE"/>
          </a:solidFill>
          <a:ln w="9525">
            <a:solidFill>
              <a:srgbClr val="FFFFFF"/>
            </a:solidFill>
            <a:prstDash val="solid"/>
          </a:ln>
        </p:spPr>
      </p:sp>
      <p:sp>
        <p:nvSpPr>
          <p:cNvPr id="12" name="P15-independent-outcomes">
            <a:extLst>
              <a:ext uri="{FF2B5EF4-FFF2-40B4-BE49-F238E27FC236}">
                <a16:creationId xmlns:a16="http://schemas.microsoft.com/office/drawing/2014/main" id="{9F8AD05F-A11D-42C6-BD4F-9C5CBF38567C}"/>
              </a:ext>
            </a:extLst>
          </p:cNvPr>
          <p:cNvSpPr>
            <a:spLocks noGrp="1"/>
          </p:cNvSpPr>
          <p:nvPr/>
        </p:nvSpPr>
        <p:spPr>
          <a:xfrm>
            <a:off x="4853756" y="3750135"/>
            <a:ext cx="2284003" cy="838200"/>
          </a:xfrm>
          <a:prstGeom prst="roundRect">
            <a:avLst>
              <a:gd name="adj" fmla="val 3409"/>
            </a:avLst>
          </a:prstGeom>
          <a:solidFill>
            <a:srgbClr val="FFFFFF"/>
          </a:solidFill>
          <a:ln w="19050">
            <a:solidFill>
              <a:srgbClr val="171717"/>
            </a:solidFill>
            <a:prstDash val="solid"/>
          </a:ln>
        </p:spPr>
      </p:sp>
      <p:sp>
        <p:nvSpPr>
          <p:cNvPr id="81" name="P15-independent-outcomes-cell-0-0">
            <a:extLst>
              <a:ext uri="{FF2B5EF4-FFF2-40B4-BE49-F238E27FC236}">
                <a16:creationId xmlns:a16="http://schemas.microsoft.com/office/drawing/2014/main" id="{57667A75-302A-401F-81A5-DE0E6B63514A}"/>
              </a:ext>
            </a:extLst>
          </p:cNvPr>
          <p:cNvSpPr>
            <a:spLocks noGrp="1"/>
          </p:cNvSpPr>
          <p:nvPr/>
        </p:nvSpPr>
        <p:spPr>
          <a:xfrm>
            <a:off x="4865777" y="3759660"/>
            <a:ext cx="1382423" cy="190500"/>
          </a:xfrm>
          <a:prstGeom prst="rect">
            <a:avLst/>
          </a:prstGeom>
          <a:solidFill>
            <a:srgbClr val="FFD778"/>
          </a:solidFill>
          <a:ln w="9525">
            <a:solidFill>
              <a:srgbClr val="FFFFFF"/>
            </a:solidFill>
            <a:prstDash val="solid"/>
          </a:ln>
        </p:spPr>
      </p:sp>
      <p:sp>
        <p:nvSpPr>
          <p:cNvPr id="82" name="P15-independent-outcomes-cell-0-1">
            <a:extLst>
              <a:ext uri="{FF2B5EF4-FFF2-40B4-BE49-F238E27FC236}">
                <a16:creationId xmlns:a16="http://schemas.microsoft.com/office/drawing/2014/main" id="{47EFE4A7-BBBD-49E9-A52A-6670DFE3AF55}"/>
              </a:ext>
            </a:extLst>
          </p:cNvPr>
          <p:cNvSpPr>
            <a:spLocks noGrp="1"/>
          </p:cNvSpPr>
          <p:nvPr/>
        </p:nvSpPr>
        <p:spPr>
          <a:xfrm>
            <a:off x="6272242" y="3759660"/>
            <a:ext cx="853496" cy="190500"/>
          </a:xfrm>
          <a:prstGeom prst="rect">
            <a:avLst/>
          </a:prstGeom>
          <a:solidFill>
            <a:srgbClr val="FFD778"/>
          </a:solidFill>
          <a:ln w="9525">
            <a:solidFill>
              <a:srgbClr val="FFFFFF"/>
            </a:solidFill>
            <a:prstDash val="solid"/>
          </a:ln>
        </p:spPr>
      </p:sp>
      <p:sp>
        <p:nvSpPr>
          <p:cNvPr id="83" name="P15-independent-outcomes-cell-1-0">
            <a:extLst>
              <a:ext uri="{FF2B5EF4-FFF2-40B4-BE49-F238E27FC236}">
                <a16:creationId xmlns:a16="http://schemas.microsoft.com/office/drawing/2014/main" id="{89CE39A8-ACF9-4DC0-BEDF-DEFCEAEF2425}"/>
              </a:ext>
            </a:extLst>
          </p:cNvPr>
          <p:cNvSpPr>
            <a:spLocks noGrp="1"/>
          </p:cNvSpPr>
          <p:nvPr/>
        </p:nvSpPr>
        <p:spPr>
          <a:xfrm>
            <a:off x="4865777" y="3969210"/>
            <a:ext cx="1382423" cy="190500"/>
          </a:xfrm>
          <a:prstGeom prst="rect">
            <a:avLst/>
          </a:prstGeom>
          <a:solidFill>
            <a:srgbClr val="FFF2CA"/>
          </a:solidFill>
          <a:ln w="9525">
            <a:solidFill>
              <a:srgbClr val="FFFFFF"/>
            </a:solidFill>
            <a:prstDash val="solid"/>
          </a:ln>
        </p:spPr>
      </p:sp>
      <p:sp>
        <p:nvSpPr>
          <p:cNvPr id="84" name="P15-independent-outcomes-cell-1-1">
            <a:extLst>
              <a:ext uri="{FF2B5EF4-FFF2-40B4-BE49-F238E27FC236}">
                <a16:creationId xmlns:a16="http://schemas.microsoft.com/office/drawing/2014/main" id="{AB2453F2-6126-42C5-8B99-9CEE1980F81F}"/>
              </a:ext>
            </a:extLst>
          </p:cNvPr>
          <p:cNvSpPr>
            <a:spLocks noGrp="1"/>
          </p:cNvSpPr>
          <p:nvPr/>
        </p:nvSpPr>
        <p:spPr>
          <a:xfrm>
            <a:off x="6272242" y="3969210"/>
            <a:ext cx="853496" cy="190500"/>
          </a:xfrm>
          <a:prstGeom prst="rect">
            <a:avLst/>
          </a:prstGeom>
          <a:solidFill>
            <a:srgbClr val="FFF2CA"/>
          </a:solidFill>
          <a:ln w="9525">
            <a:solidFill>
              <a:srgbClr val="FFFFFF"/>
            </a:solidFill>
            <a:prstDash val="solid"/>
          </a:ln>
        </p:spPr>
      </p:sp>
      <p:sp>
        <p:nvSpPr>
          <p:cNvPr id="85" name="P15-independent-outcomes-cell-2-0">
            <a:extLst>
              <a:ext uri="{FF2B5EF4-FFF2-40B4-BE49-F238E27FC236}">
                <a16:creationId xmlns:a16="http://schemas.microsoft.com/office/drawing/2014/main" id="{9FEA1692-7F2C-4953-9EF9-7A492ADD1E41}"/>
              </a:ext>
            </a:extLst>
          </p:cNvPr>
          <p:cNvSpPr>
            <a:spLocks noGrp="1"/>
          </p:cNvSpPr>
          <p:nvPr/>
        </p:nvSpPr>
        <p:spPr>
          <a:xfrm>
            <a:off x="4865777" y="4178760"/>
            <a:ext cx="1382423" cy="190500"/>
          </a:xfrm>
          <a:prstGeom prst="rect">
            <a:avLst/>
          </a:prstGeom>
          <a:solidFill>
            <a:srgbClr val="FFF2CA"/>
          </a:solidFill>
          <a:ln w="9525">
            <a:solidFill>
              <a:srgbClr val="FFFFFF"/>
            </a:solidFill>
            <a:prstDash val="solid"/>
          </a:ln>
        </p:spPr>
      </p:sp>
      <p:sp>
        <p:nvSpPr>
          <p:cNvPr id="86" name="P15-independent-outcomes-cell-2-1">
            <a:extLst>
              <a:ext uri="{FF2B5EF4-FFF2-40B4-BE49-F238E27FC236}">
                <a16:creationId xmlns:a16="http://schemas.microsoft.com/office/drawing/2014/main" id="{3250F451-A347-4061-B657-0FCE62F16DE0}"/>
              </a:ext>
            </a:extLst>
          </p:cNvPr>
          <p:cNvSpPr>
            <a:spLocks noGrp="1"/>
          </p:cNvSpPr>
          <p:nvPr/>
        </p:nvSpPr>
        <p:spPr>
          <a:xfrm>
            <a:off x="6272242" y="4178760"/>
            <a:ext cx="853496" cy="190500"/>
          </a:xfrm>
          <a:prstGeom prst="rect">
            <a:avLst/>
          </a:prstGeom>
          <a:solidFill>
            <a:srgbClr val="FFF2CA"/>
          </a:solidFill>
          <a:ln w="9525">
            <a:solidFill>
              <a:srgbClr val="FFFFFF"/>
            </a:solidFill>
            <a:prstDash val="solid"/>
          </a:ln>
        </p:spPr>
      </p:sp>
      <p:sp>
        <p:nvSpPr>
          <p:cNvPr id="87" name="P15-independent-outcomes-cell-3-0">
            <a:extLst>
              <a:ext uri="{FF2B5EF4-FFF2-40B4-BE49-F238E27FC236}">
                <a16:creationId xmlns:a16="http://schemas.microsoft.com/office/drawing/2014/main" id="{C8A90A4F-30E8-4A34-BD08-D4217485B09D}"/>
              </a:ext>
            </a:extLst>
          </p:cNvPr>
          <p:cNvSpPr>
            <a:spLocks noGrp="1"/>
          </p:cNvSpPr>
          <p:nvPr/>
        </p:nvSpPr>
        <p:spPr>
          <a:xfrm>
            <a:off x="4865777" y="4388310"/>
            <a:ext cx="1382423" cy="190500"/>
          </a:xfrm>
          <a:prstGeom prst="rect">
            <a:avLst/>
          </a:prstGeom>
          <a:solidFill>
            <a:srgbClr val="FFF2CA"/>
          </a:solidFill>
          <a:ln w="9525">
            <a:solidFill>
              <a:srgbClr val="FFFFFF"/>
            </a:solidFill>
            <a:prstDash val="solid"/>
          </a:ln>
        </p:spPr>
      </p:sp>
      <p:sp>
        <p:nvSpPr>
          <p:cNvPr id="88" name="P15-independent-outcomes-cell-3-1">
            <a:extLst>
              <a:ext uri="{FF2B5EF4-FFF2-40B4-BE49-F238E27FC236}">
                <a16:creationId xmlns:a16="http://schemas.microsoft.com/office/drawing/2014/main" id="{EB8EFCC2-099F-44FD-9705-87855CCB153C}"/>
              </a:ext>
            </a:extLst>
          </p:cNvPr>
          <p:cNvSpPr>
            <a:spLocks noGrp="1"/>
          </p:cNvSpPr>
          <p:nvPr/>
        </p:nvSpPr>
        <p:spPr>
          <a:xfrm>
            <a:off x="6272242" y="4388310"/>
            <a:ext cx="853496" cy="190500"/>
          </a:xfrm>
          <a:prstGeom prst="rect">
            <a:avLst/>
          </a:prstGeom>
          <a:solidFill>
            <a:srgbClr val="FFF2CA"/>
          </a:solidFill>
          <a:ln w="9525">
            <a:solidFill>
              <a:srgbClr val="FFFFFF"/>
            </a:solidFill>
            <a:prstDash val="solid"/>
          </a:ln>
        </p:spPr>
      </p:sp>
      <p:sp>
        <p:nvSpPr>
          <p:cNvPr id="13" name="P17-independent-count">
            <a:extLst>
              <a:ext uri="{FF2B5EF4-FFF2-40B4-BE49-F238E27FC236}">
                <a16:creationId xmlns:a16="http://schemas.microsoft.com/office/drawing/2014/main" id="{FA14C684-9E9C-48BF-89A2-805347227AF2}"/>
              </a:ext>
            </a:extLst>
          </p:cNvPr>
          <p:cNvSpPr>
            <a:spLocks noGrp="1"/>
          </p:cNvSpPr>
          <p:nvPr/>
        </p:nvSpPr>
        <p:spPr>
          <a:xfrm>
            <a:off x="9962711" y="3940635"/>
            <a:ext cx="1286254" cy="457200"/>
          </a:xfrm>
          <a:prstGeom prst="roundRect">
            <a:avLst>
              <a:gd name="adj" fmla="val 6250"/>
            </a:avLst>
          </a:prstGeom>
          <a:solidFill>
            <a:srgbClr val="FFFFFF"/>
          </a:solidFill>
          <a:ln w="19050">
            <a:solidFill>
              <a:srgbClr val="171717"/>
            </a:solidFill>
            <a:prstDash val="solid"/>
          </a:ln>
        </p:spPr>
      </p:sp>
      <p:sp>
        <p:nvSpPr>
          <p:cNvPr id="89" name="P17-independent-count-cell-0-0">
            <a:extLst>
              <a:ext uri="{FF2B5EF4-FFF2-40B4-BE49-F238E27FC236}">
                <a16:creationId xmlns:a16="http://schemas.microsoft.com/office/drawing/2014/main" id="{CCF079D5-777F-4FDF-8A99-9F6553AD37D0}"/>
              </a:ext>
            </a:extLst>
          </p:cNvPr>
          <p:cNvSpPr>
            <a:spLocks noGrp="1"/>
          </p:cNvSpPr>
          <p:nvPr/>
        </p:nvSpPr>
        <p:spPr>
          <a:xfrm>
            <a:off x="9974732" y="3950160"/>
            <a:ext cx="1262212" cy="209550"/>
          </a:xfrm>
          <a:prstGeom prst="rect">
            <a:avLst/>
          </a:prstGeom>
          <a:solidFill>
            <a:srgbClr val="D8B9EC"/>
          </a:solidFill>
          <a:ln w="9525">
            <a:solidFill>
              <a:srgbClr val="FFFFFF"/>
            </a:solidFill>
            <a:prstDash val="solid"/>
          </a:ln>
        </p:spPr>
      </p:sp>
      <p:sp>
        <p:nvSpPr>
          <p:cNvPr id="90" name="P17-independent-count-cell-1-0">
            <a:extLst>
              <a:ext uri="{FF2B5EF4-FFF2-40B4-BE49-F238E27FC236}">
                <a16:creationId xmlns:a16="http://schemas.microsoft.com/office/drawing/2014/main" id="{A2F7F94E-DDA5-4661-8ADE-CA646B5C85F7}"/>
              </a:ext>
            </a:extLst>
          </p:cNvPr>
          <p:cNvSpPr>
            <a:spLocks noGrp="1"/>
          </p:cNvSpPr>
          <p:nvPr/>
        </p:nvSpPr>
        <p:spPr>
          <a:xfrm>
            <a:off x="9974732" y="4178760"/>
            <a:ext cx="1262212" cy="209550"/>
          </a:xfrm>
          <a:prstGeom prst="rect">
            <a:avLst/>
          </a:prstGeom>
          <a:solidFill>
            <a:srgbClr val="EBE1F3"/>
          </a:solidFill>
          <a:ln w="9525">
            <a:solidFill>
              <a:srgbClr val="FFFFFF"/>
            </a:solidFill>
            <a:prstDash val="solid"/>
          </a:ln>
        </p:spPr>
      </p:sp>
      <p:sp>
        <p:nvSpPr>
          <p:cNvPr id="14" name="P18-outdoor-durations">
            <a:extLst>
              <a:ext uri="{FF2B5EF4-FFF2-40B4-BE49-F238E27FC236}">
                <a16:creationId xmlns:a16="http://schemas.microsoft.com/office/drawing/2014/main" id="{0075F957-CB83-405B-ACB1-A3C7A975919D}"/>
              </a:ext>
            </a:extLst>
          </p:cNvPr>
          <p:cNvSpPr>
            <a:spLocks noGrp="1"/>
          </p:cNvSpPr>
          <p:nvPr/>
        </p:nvSpPr>
        <p:spPr>
          <a:xfrm>
            <a:off x="550214" y="5102685"/>
            <a:ext cx="2572509" cy="714375"/>
          </a:xfrm>
          <a:prstGeom prst="roundRect">
            <a:avLst>
              <a:gd name="adj" fmla="val 4000"/>
            </a:avLst>
          </a:prstGeom>
          <a:solidFill>
            <a:srgbClr val="FFFFFF"/>
          </a:solidFill>
          <a:ln w="19050">
            <a:solidFill>
              <a:srgbClr val="171717"/>
            </a:solidFill>
            <a:prstDash val="solid"/>
          </a:ln>
        </p:spPr>
      </p:sp>
      <p:sp>
        <p:nvSpPr>
          <p:cNvPr id="91" name="P18-outdoor-durations-cell-0-0">
            <a:extLst>
              <a:ext uri="{FF2B5EF4-FFF2-40B4-BE49-F238E27FC236}">
                <a16:creationId xmlns:a16="http://schemas.microsoft.com/office/drawing/2014/main" id="{557B92CE-8872-41BF-A1A1-C79B890822D0}"/>
              </a:ext>
            </a:extLst>
          </p:cNvPr>
          <p:cNvSpPr>
            <a:spLocks noGrp="1"/>
          </p:cNvSpPr>
          <p:nvPr/>
        </p:nvSpPr>
        <p:spPr>
          <a:xfrm>
            <a:off x="562235" y="5112210"/>
            <a:ext cx="1358381" cy="219075"/>
          </a:xfrm>
          <a:prstGeom prst="rect">
            <a:avLst/>
          </a:prstGeom>
          <a:solidFill>
            <a:srgbClr val="FFD778"/>
          </a:solidFill>
          <a:ln w="9525">
            <a:solidFill>
              <a:srgbClr val="FFFFFF"/>
            </a:solidFill>
            <a:prstDash val="solid"/>
          </a:ln>
        </p:spPr>
      </p:sp>
      <p:sp>
        <p:nvSpPr>
          <p:cNvPr id="92" name="P18-outdoor-durations-cell-0-1">
            <a:extLst>
              <a:ext uri="{FF2B5EF4-FFF2-40B4-BE49-F238E27FC236}">
                <a16:creationId xmlns:a16="http://schemas.microsoft.com/office/drawing/2014/main" id="{8C92D6E7-63A0-44EA-9051-C31AB94D1543}"/>
              </a:ext>
            </a:extLst>
          </p:cNvPr>
          <p:cNvSpPr>
            <a:spLocks noGrp="1"/>
          </p:cNvSpPr>
          <p:nvPr/>
        </p:nvSpPr>
        <p:spPr>
          <a:xfrm>
            <a:off x="1944658" y="5112210"/>
            <a:ext cx="1166044" cy="219075"/>
          </a:xfrm>
          <a:prstGeom prst="rect">
            <a:avLst/>
          </a:prstGeom>
          <a:solidFill>
            <a:srgbClr val="FFD778"/>
          </a:solidFill>
          <a:ln w="9525">
            <a:solidFill>
              <a:srgbClr val="FFFFFF"/>
            </a:solidFill>
            <a:prstDash val="solid"/>
          </a:ln>
        </p:spPr>
      </p:sp>
      <p:sp>
        <p:nvSpPr>
          <p:cNvPr id="93" name="P18-outdoor-durations-cell-1-0">
            <a:extLst>
              <a:ext uri="{FF2B5EF4-FFF2-40B4-BE49-F238E27FC236}">
                <a16:creationId xmlns:a16="http://schemas.microsoft.com/office/drawing/2014/main" id="{25F78943-71A8-4099-BC16-53709B1DD697}"/>
              </a:ext>
            </a:extLst>
          </p:cNvPr>
          <p:cNvSpPr>
            <a:spLocks noGrp="1"/>
          </p:cNvSpPr>
          <p:nvPr/>
        </p:nvSpPr>
        <p:spPr>
          <a:xfrm>
            <a:off x="562235" y="5350335"/>
            <a:ext cx="1358381" cy="219075"/>
          </a:xfrm>
          <a:prstGeom prst="rect">
            <a:avLst/>
          </a:prstGeom>
          <a:solidFill>
            <a:srgbClr val="FFF2CA"/>
          </a:solidFill>
          <a:ln w="9525">
            <a:solidFill>
              <a:srgbClr val="FFFFFF"/>
            </a:solidFill>
            <a:prstDash val="solid"/>
          </a:ln>
        </p:spPr>
      </p:sp>
      <p:sp>
        <p:nvSpPr>
          <p:cNvPr id="94" name="P18-outdoor-durations-cell-1-1">
            <a:extLst>
              <a:ext uri="{FF2B5EF4-FFF2-40B4-BE49-F238E27FC236}">
                <a16:creationId xmlns:a16="http://schemas.microsoft.com/office/drawing/2014/main" id="{7187952F-E24F-4EEB-9EC4-6401A152C078}"/>
              </a:ext>
            </a:extLst>
          </p:cNvPr>
          <p:cNvSpPr>
            <a:spLocks noGrp="1"/>
          </p:cNvSpPr>
          <p:nvPr/>
        </p:nvSpPr>
        <p:spPr>
          <a:xfrm>
            <a:off x="1944658" y="5350335"/>
            <a:ext cx="1166044" cy="219075"/>
          </a:xfrm>
          <a:prstGeom prst="rect">
            <a:avLst/>
          </a:prstGeom>
          <a:solidFill>
            <a:srgbClr val="FFF2CA"/>
          </a:solidFill>
          <a:ln w="9525">
            <a:solidFill>
              <a:srgbClr val="FFFFFF"/>
            </a:solidFill>
            <a:prstDash val="solid"/>
          </a:ln>
        </p:spPr>
      </p:sp>
      <p:sp>
        <p:nvSpPr>
          <p:cNvPr id="95" name="P18-outdoor-durations-cell-2-0">
            <a:extLst>
              <a:ext uri="{FF2B5EF4-FFF2-40B4-BE49-F238E27FC236}">
                <a16:creationId xmlns:a16="http://schemas.microsoft.com/office/drawing/2014/main" id="{61A3F950-A2AA-4F66-AF88-F68700CA8F4C}"/>
              </a:ext>
            </a:extLst>
          </p:cNvPr>
          <p:cNvSpPr>
            <a:spLocks noGrp="1"/>
          </p:cNvSpPr>
          <p:nvPr/>
        </p:nvSpPr>
        <p:spPr>
          <a:xfrm>
            <a:off x="562235" y="5588460"/>
            <a:ext cx="1358381" cy="219075"/>
          </a:xfrm>
          <a:prstGeom prst="rect">
            <a:avLst/>
          </a:prstGeom>
          <a:solidFill>
            <a:srgbClr val="FFF2CA"/>
          </a:solidFill>
          <a:ln w="9525">
            <a:solidFill>
              <a:srgbClr val="FFFFFF"/>
            </a:solidFill>
            <a:prstDash val="solid"/>
          </a:ln>
        </p:spPr>
      </p:sp>
      <p:sp>
        <p:nvSpPr>
          <p:cNvPr id="96" name="P18-outdoor-durations-cell-2-1">
            <a:extLst>
              <a:ext uri="{FF2B5EF4-FFF2-40B4-BE49-F238E27FC236}">
                <a16:creationId xmlns:a16="http://schemas.microsoft.com/office/drawing/2014/main" id="{EA005C5E-7A40-4050-AD47-E2B8F1AB8003}"/>
              </a:ext>
            </a:extLst>
          </p:cNvPr>
          <p:cNvSpPr>
            <a:spLocks noGrp="1"/>
          </p:cNvSpPr>
          <p:nvPr/>
        </p:nvSpPr>
        <p:spPr>
          <a:xfrm>
            <a:off x="1944658" y="5588460"/>
            <a:ext cx="1166044" cy="219075"/>
          </a:xfrm>
          <a:prstGeom prst="rect">
            <a:avLst/>
          </a:prstGeom>
          <a:solidFill>
            <a:srgbClr val="FFF2CA"/>
          </a:solidFill>
          <a:ln w="9525">
            <a:solidFill>
              <a:srgbClr val="FFFFFF"/>
            </a:solidFill>
            <a:prstDash val="solid"/>
          </a:ln>
        </p:spPr>
      </p:sp>
      <p:sp>
        <p:nvSpPr>
          <p:cNvPr id="15" name="P20-supported-winner">
            <a:extLst>
              <a:ext uri="{FF2B5EF4-FFF2-40B4-BE49-F238E27FC236}">
                <a16:creationId xmlns:a16="http://schemas.microsoft.com/office/drawing/2014/main" id="{B1FFB863-91FE-4E26-BC6B-002EA9C07922}"/>
              </a:ext>
            </a:extLst>
          </p:cNvPr>
          <p:cNvSpPr>
            <a:spLocks noGrp="1"/>
          </p:cNvSpPr>
          <p:nvPr/>
        </p:nvSpPr>
        <p:spPr>
          <a:xfrm>
            <a:off x="4733546" y="5231273"/>
            <a:ext cx="1382423" cy="457200"/>
          </a:xfrm>
          <a:prstGeom prst="roundRect">
            <a:avLst>
              <a:gd name="adj" fmla="val 6250"/>
            </a:avLst>
          </a:prstGeom>
          <a:solidFill>
            <a:srgbClr val="FFFFFF"/>
          </a:solidFill>
          <a:ln w="19050">
            <a:solidFill>
              <a:srgbClr val="171717"/>
            </a:solidFill>
            <a:prstDash val="solid"/>
          </a:ln>
        </p:spPr>
      </p:sp>
      <p:sp>
        <p:nvSpPr>
          <p:cNvPr id="97" name="P20-supported-winner-cell-0-0">
            <a:extLst>
              <a:ext uri="{FF2B5EF4-FFF2-40B4-BE49-F238E27FC236}">
                <a16:creationId xmlns:a16="http://schemas.microsoft.com/office/drawing/2014/main" id="{23DA2229-51E6-4D25-8131-7C4C15619EEB}"/>
              </a:ext>
            </a:extLst>
          </p:cNvPr>
          <p:cNvSpPr>
            <a:spLocks noGrp="1"/>
          </p:cNvSpPr>
          <p:nvPr/>
        </p:nvSpPr>
        <p:spPr>
          <a:xfrm>
            <a:off x="4745567" y="5240798"/>
            <a:ext cx="1358381" cy="209550"/>
          </a:xfrm>
          <a:prstGeom prst="rect">
            <a:avLst/>
          </a:prstGeom>
          <a:solidFill>
            <a:srgbClr val="D8B9EC"/>
          </a:solidFill>
          <a:ln w="9525">
            <a:solidFill>
              <a:srgbClr val="FFFFFF"/>
            </a:solidFill>
            <a:prstDash val="solid"/>
          </a:ln>
        </p:spPr>
      </p:sp>
      <p:sp>
        <p:nvSpPr>
          <p:cNvPr id="98" name="P20-supported-winner-cell-1-0">
            <a:extLst>
              <a:ext uri="{FF2B5EF4-FFF2-40B4-BE49-F238E27FC236}">
                <a16:creationId xmlns:a16="http://schemas.microsoft.com/office/drawing/2014/main" id="{EABA98CA-D685-4023-A06B-3C45787BF985}"/>
              </a:ext>
            </a:extLst>
          </p:cNvPr>
          <p:cNvSpPr>
            <a:spLocks noGrp="1"/>
          </p:cNvSpPr>
          <p:nvPr/>
        </p:nvSpPr>
        <p:spPr>
          <a:xfrm>
            <a:off x="4745567" y="5469398"/>
            <a:ext cx="1358381" cy="209550"/>
          </a:xfrm>
          <a:prstGeom prst="rect">
            <a:avLst/>
          </a:prstGeom>
          <a:solidFill>
            <a:srgbClr val="EBE1F3"/>
          </a:solidFill>
          <a:ln w="9525">
            <a:solidFill>
              <a:srgbClr val="FFFFFF"/>
            </a:solidFill>
            <a:prstDash val="solid"/>
          </a:ln>
        </p:spPr>
      </p:sp>
      <p:sp>
        <p:nvSpPr>
          <p:cNvPr id="16" name="P22-bound-organizer">
            <a:extLst>
              <a:ext uri="{FF2B5EF4-FFF2-40B4-BE49-F238E27FC236}">
                <a16:creationId xmlns:a16="http://schemas.microsoft.com/office/drawing/2014/main" id="{91C841BB-EC15-4AB7-9BE8-B0B5E208D39B}"/>
              </a:ext>
            </a:extLst>
          </p:cNvPr>
          <p:cNvSpPr>
            <a:spLocks noGrp="1"/>
          </p:cNvSpPr>
          <p:nvPr/>
        </p:nvSpPr>
        <p:spPr>
          <a:xfrm>
            <a:off x="7919129" y="5202698"/>
            <a:ext cx="3702489" cy="514350"/>
          </a:xfrm>
          <a:prstGeom prst="roundRect">
            <a:avLst>
              <a:gd name="adj" fmla="val 5556"/>
            </a:avLst>
          </a:prstGeom>
          <a:solidFill>
            <a:srgbClr val="FFFFFF"/>
          </a:solidFill>
          <a:ln w="19050">
            <a:solidFill>
              <a:srgbClr val="171717"/>
            </a:solidFill>
            <a:prstDash val="solid"/>
          </a:ln>
        </p:spPr>
      </p:sp>
      <p:sp>
        <p:nvSpPr>
          <p:cNvPr id="99" name="P22-bound-organizer-cell-0-0">
            <a:extLst>
              <a:ext uri="{FF2B5EF4-FFF2-40B4-BE49-F238E27FC236}">
                <a16:creationId xmlns:a16="http://schemas.microsoft.com/office/drawing/2014/main" id="{8F7EBF8D-2213-4419-9E41-039158683CEC}"/>
              </a:ext>
            </a:extLst>
          </p:cNvPr>
          <p:cNvSpPr>
            <a:spLocks noGrp="1"/>
          </p:cNvSpPr>
          <p:nvPr/>
        </p:nvSpPr>
        <p:spPr>
          <a:xfrm>
            <a:off x="7931150" y="5212223"/>
            <a:ext cx="1358381" cy="238125"/>
          </a:xfrm>
          <a:prstGeom prst="roundRect">
            <a:avLst>
              <a:gd name="adj" fmla="val 0"/>
            </a:avLst>
          </a:prstGeom>
          <a:solidFill>
            <a:srgbClr val="FFAEAE"/>
          </a:solidFill>
          <a:ln w="9525">
            <a:solidFill>
              <a:srgbClr val="FFFFFF"/>
            </a:solidFill>
            <a:prstDash val="solid"/>
          </a:ln>
        </p:spPr>
      </p:sp>
      <p:sp>
        <p:nvSpPr>
          <p:cNvPr id="100" name="P22-bound-organizer-cell-0-1">
            <a:extLst>
              <a:ext uri="{FF2B5EF4-FFF2-40B4-BE49-F238E27FC236}">
                <a16:creationId xmlns:a16="http://schemas.microsoft.com/office/drawing/2014/main" id="{F60E43C0-BC33-44A3-8681-1162A7FE70E2}"/>
              </a:ext>
            </a:extLst>
          </p:cNvPr>
          <p:cNvSpPr>
            <a:spLocks noGrp="1"/>
          </p:cNvSpPr>
          <p:nvPr/>
        </p:nvSpPr>
        <p:spPr>
          <a:xfrm>
            <a:off x="9313573" y="5212223"/>
            <a:ext cx="1370402" cy="238125"/>
          </a:xfrm>
          <a:prstGeom prst="roundRect">
            <a:avLst>
              <a:gd name="adj" fmla="val 0"/>
            </a:avLst>
          </a:prstGeom>
          <a:solidFill>
            <a:srgbClr val="FFAEAE"/>
          </a:solidFill>
          <a:ln w="9525">
            <a:solidFill>
              <a:srgbClr val="FFFFFF"/>
            </a:solidFill>
            <a:prstDash val="solid"/>
          </a:ln>
        </p:spPr>
      </p:sp>
      <p:sp>
        <p:nvSpPr>
          <p:cNvPr id="101" name="P22-bound-organizer-cell-0-2">
            <a:extLst>
              <a:ext uri="{FF2B5EF4-FFF2-40B4-BE49-F238E27FC236}">
                <a16:creationId xmlns:a16="http://schemas.microsoft.com/office/drawing/2014/main" id="{412A02F8-42A9-43AD-B46A-5C03D23A95FA}"/>
              </a:ext>
            </a:extLst>
          </p:cNvPr>
          <p:cNvSpPr>
            <a:spLocks noGrp="1"/>
          </p:cNvSpPr>
          <p:nvPr/>
        </p:nvSpPr>
        <p:spPr>
          <a:xfrm>
            <a:off x="10708017" y="5212223"/>
            <a:ext cx="901580" cy="238125"/>
          </a:xfrm>
          <a:prstGeom prst="roundRect">
            <a:avLst>
              <a:gd name="adj" fmla="val 0"/>
            </a:avLst>
          </a:prstGeom>
          <a:solidFill>
            <a:srgbClr val="FFAEAE"/>
          </a:solidFill>
          <a:ln w="9525">
            <a:solidFill>
              <a:srgbClr val="FFFFFF"/>
            </a:solidFill>
            <a:prstDash val="solid"/>
          </a:ln>
        </p:spPr>
      </p:sp>
      <p:sp>
        <p:nvSpPr>
          <p:cNvPr id="102" name="P22-bound-organizer-cell-1-0">
            <a:extLst>
              <a:ext uri="{FF2B5EF4-FFF2-40B4-BE49-F238E27FC236}">
                <a16:creationId xmlns:a16="http://schemas.microsoft.com/office/drawing/2014/main" id="{39430F22-1EAD-4D6E-9CAF-0AA2D7974609}"/>
              </a:ext>
            </a:extLst>
          </p:cNvPr>
          <p:cNvSpPr>
            <a:spLocks noGrp="1"/>
          </p:cNvSpPr>
          <p:nvPr/>
        </p:nvSpPr>
        <p:spPr>
          <a:xfrm>
            <a:off x="7931150" y="5469398"/>
            <a:ext cx="1358381" cy="238125"/>
          </a:xfrm>
          <a:prstGeom prst="roundRect">
            <a:avLst>
              <a:gd name="adj" fmla="val 0"/>
            </a:avLst>
          </a:prstGeom>
          <a:solidFill>
            <a:srgbClr val="FFE7DE"/>
          </a:solidFill>
          <a:ln w="9525">
            <a:solidFill>
              <a:srgbClr val="FFFFFF"/>
            </a:solidFill>
            <a:prstDash val="solid"/>
          </a:ln>
        </p:spPr>
      </p:sp>
      <p:sp>
        <p:nvSpPr>
          <p:cNvPr id="103" name="P22-bound-organizer-cell-1-1">
            <a:extLst>
              <a:ext uri="{FF2B5EF4-FFF2-40B4-BE49-F238E27FC236}">
                <a16:creationId xmlns:a16="http://schemas.microsoft.com/office/drawing/2014/main" id="{48739451-73E4-459D-910E-AFA9A2107DFE}"/>
              </a:ext>
            </a:extLst>
          </p:cNvPr>
          <p:cNvSpPr>
            <a:spLocks noGrp="1"/>
          </p:cNvSpPr>
          <p:nvPr/>
        </p:nvSpPr>
        <p:spPr>
          <a:xfrm>
            <a:off x="9313573" y="5469398"/>
            <a:ext cx="1370402" cy="238125"/>
          </a:xfrm>
          <a:prstGeom prst="roundRect">
            <a:avLst>
              <a:gd name="adj" fmla="val 0"/>
            </a:avLst>
          </a:prstGeom>
          <a:solidFill>
            <a:srgbClr val="FFE7DE"/>
          </a:solidFill>
          <a:ln w="9525">
            <a:solidFill>
              <a:srgbClr val="FFFFFF"/>
            </a:solidFill>
            <a:prstDash val="solid"/>
          </a:ln>
        </p:spPr>
      </p:sp>
      <p:sp>
        <p:nvSpPr>
          <p:cNvPr id="104" name="P22-bound-organizer-cell-1-2">
            <a:extLst>
              <a:ext uri="{FF2B5EF4-FFF2-40B4-BE49-F238E27FC236}">
                <a16:creationId xmlns:a16="http://schemas.microsoft.com/office/drawing/2014/main" id="{7CA981F4-9D96-43B5-8167-0104602CEE6E}"/>
              </a:ext>
            </a:extLst>
          </p:cNvPr>
          <p:cNvSpPr>
            <a:spLocks noGrp="1"/>
          </p:cNvSpPr>
          <p:nvPr/>
        </p:nvSpPr>
        <p:spPr>
          <a:xfrm>
            <a:off x="10708017" y="5469398"/>
            <a:ext cx="901580" cy="238125"/>
          </a:xfrm>
          <a:prstGeom prst="roundRect">
            <a:avLst>
              <a:gd name="adj" fmla="val 0"/>
            </a:avLst>
          </a:prstGeom>
          <a:solidFill>
            <a:srgbClr val="FFE7DE"/>
          </a:solidFill>
          <a:ln w="9525">
            <a:solidFill>
              <a:srgbClr val="FFFFFF"/>
            </a:solidFill>
            <a:prstDash val="solid"/>
          </a:ln>
        </p:spPr>
      </p:sp>
      <p:sp>
        <p:nvSpPr>
          <p:cNvPr id="17" name="H-snippet0">
            <a:extLst>
              <a:ext uri="{FF2B5EF4-FFF2-40B4-BE49-F238E27FC236}">
                <a16:creationId xmlns:a16="http://schemas.microsoft.com/office/drawing/2014/main" id="{1245FAD4-77E8-41A9-97A9-92C359AB4030}"/>
              </a:ext>
            </a:extLst>
          </p:cNvPr>
          <p:cNvSpPr>
            <a:spLocks noGrp="1"/>
          </p:cNvSpPr>
          <p:nvPr/>
        </p:nvSpPr>
        <p:spPr>
          <a:xfrm>
            <a:off x="12454621" y="741855"/>
            <a:ext cx="3848100" cy="342900"/>
          </a:xfrm>
          <a:prstGeom prst="roundRect">
            <a:avLst>
              <a:gd name="adj" fmla="val 5556"/>
            </a:avLst>
          </a:prstGeom>
          <a:solidFill>
            <a:srgbClr val="FFF2CA"/>
          </a:solidFill>
          <a:ln w="9525">
            <a:solidFill>
              <a:srgbClr val="E1C574"/>
            </a:solidFill>
            <a:prstDash val="solid"/>
          </a:ln>
        </p:spPr>
      </p:sp>
      <p:sp>
        <p:nvSpPr>
          <p:cNvPr id="18" name="H-snippet1">
            <a:extLst>
              <a:ext uri="{FF2B5EF4-FFF2-40B4-BE49-F238E27FC236}">
                <a16:creationId xmlns:a16="http://schemas.microsoft.com/office/drawing/2014/main" id="{F3A44ADC-8124-4F4E-854C-D86F24F25117}"/>
              </a:ext>
            </a:extLst>
          </p:cNvPr>
          <p:cNvSpPr>
            <a:spLocks noGrp="1"/>
          </p:cNvSpPr>
          <p:nvPr/>
        </p:nvSpPr>
        <p:spPr>
          <a:xfrm>
            <a:off x="12454621" y="1113330"/>
            <a:ext cx="3848100" cy="342900"/>
          </a:xfrm>
          <a:prstGeom prst="roundRect">
            <a:avLst>
              <a:gd name="adj" fmla="val 5556"/>
            </a:avLst>
          </a:prstGeom>
          <a:solidFill>
            <a:srgbClr val="FFF2CA"/>
          </a:solidFill>
          <a:ln w="9525">
            <a:solidFill>
              <a:srgbClr val="E1C574"/>
            </a:solidFill>
            <a:prstDash val="solid"/>
          </a:ln>
        </p:spPr>
      </p:sp>
      <p:sp>
        <p:nvSpPr>
          <p:cNvPr id="19" name="H-snippet2">
            <a:extLst>
              <a:ext uri="{FF2B5EF4-FFF2-40B4-BE49-F238E27FC236}">
                <a16:creationId xmlns:a16="http://schemas.microsoft.com/office/drawing/2014/main" id="{1334EFBF-0AF9-4D92-9C95-92992EDC07B3}"/>
              </a:ext>
            </a:extLst>
          </p:cNvPr>
          <p:cNvSpPr>
            <a:spLocks noGrp="1"/>
          </p:cNvSpPr>
          <p:nvPr/>
        </p:nvSpPr>
        <p:spPr>
          <a:xfrm>
            <a:off x="12454621" y="1484805"/>
            <a:ext cx="3848100" cy="342900"/>
          </a:xfrm>
          <a:prstGeom prst="roundRect">
            <a:avLst>
              <a:gd name="adj" fmla="val 5556"/>
            </a:avLst>
          </a:prstGeom>
          <a:solidFill>
            <a:srgbClr val="FFF2CA"/>
          </a:solidFill>
          <a:ln w="9525">
            <a:solidFill>
              <a:srgbClr val="E1C574"/>
            </a:solidFill>
            <a:prstDash val="solid"/>
          </a:ln>
        </p:spPr>
      </p:sp>
      <p:sp>
        <p:nvSpPr>
          <p:cNvPr id="20" name="H-mar18">
            <a:extLst>
              <a:ext uri="{FF2B5EF4-FFF2-40B4-BE49-F238E27FC236}">
                <a16:creationId xmlns:a16="http://schemas.microsoft.com/office/drawing/2014/main" id="{9E43F83D-1170-41B9-883A-2C7D677B9E69}"/>
              </a:ext>
            </a:extLst>
          </p:cNvPr>
          <p:cNvSpPr>
            <a:spLocks noGrp="1"/>
          </p:cNvSpPr>
          <p:nvPr/>
        </p:nvSpPr>
        <p:spPr>
          <a:xfrm>
            <a:off x="12454621" y="1875330"/>
            <a:ext cx="3848100" cy="523875"/>
          </a:xfrm>
          <a:prstGeom prst="roundRect">
            <a:avLst>
              <a:gd name="adj" fmla="val 3636"/>
            </a:avLst>
          </a:prstGeom>
          <a:solidFill>
            <a:srgbClr val="EBE1F3"/>
          </a:solidFill>
          <a:ln w="9525">
            <a:solidFill>
              <a:srgbClr val="B89AD0"/>
            </a:solidFill>
            <a:prstDash val="solid"/>
          </a:ln>
        </p:spPr>
      </p:sp>
      <p:sp>
        <p:nvSpPr>
          <p:cNvPr id="21" name="ACQUIRE">
            <a:extLst>
              <a:ext uri="{FF2B5EF4-FFF2-40B4-BE49-F238E27FC236}">
                <a16:creationId xmlns:a16="http://schemas.microsoft.com/office/drawing/2014/main" id="{5DA53CEE-F9E6-43FF-AE46-EA65C86C9B59}"/>
              </a:ext>
            </a:extLst>
          </p:cNvPr>
          <p:cNvSpPr>
            <a:spLocks noGrp="1"/>
          </p:cNvSpPr>
          <p:nvPr/>
        </p:nvSpPr>
        <p:spPr>
          <a:xfrm>
            <a:off x="12454621" y="2627805"/>
            <a:ext cx="3848100" cy="457200"/>
          </a:xfrm>
          <a:prstGeom prst="roundRect">
            <a:avLst>
              <a:gd name="adj" fmla="val 8333"/>
            </a:avLst>
          </a:prstGeom>
          <a:solidFill>
            <a:srgbClr val="F7F7F7"/>
          </a:solidFill>
          <a:ln w="19050">
            <a:solidFill>
              <a:srgbClr val="888888"/>
            </a:solidFill>
            <a:prstDash val="solid"/>
          </a:ln>
        </p:spPr>
      </p:sp>
      <p:sp>
        <p:nvSpPr>
          <p:cNvPr id="22" name="EFF-worklist">
            <a:extLst>
              <a:ext uri="{FF2B5EF4-FFF2-40B4-BE49-F238E27FC236}">
                <a16:creationId xmlns:a16="http://schemas.microsoft.com/office/drawing/2014/main" id="{F4F1AD0F-7B62-43DA-AD26-A36BEF7BC9EF}"/>
              </a:ext>
            </a:extLst>
          </p:cNvPr>
          <p:cNvSpPr>
            <a:spLocks noGrp="1"/>
          </p:cNvSpPr>
          <p:nvPr/>
        </p:nvSpPr>
        <p:spPr>
          <a:xfrm>
            <a:off x="502129" y="6433461"/>
            <a:ext cx="5770113" cy="990600"/>
          </a:xfrm>
          <a:prstGeom prst="roundRect">
            <a:avLst>
              <a:gd name="adj" fmla="val 2885"/>
            </a:avLst>
          </a:prstGeom>
          <a:solidFill>
            <a:srgbClr val="FFFFFF"/>
          </a:solidFill>
          <a:ln w="20955">
            <a:solidFill>
              <a:srgbClr val="171717"/>
            </a:solidFill>
            <a:prstDash val="solid"/>
          </a:ln>
        </p:spPr>
      </p:sp>
      <p:sp>
        <p:nvSpPr>
          <p:cNvPr id="105" name="EFF-worklist-cell0-0">
            <a:extLst>
              <a:ext uri="{FF2B5EF4-FFF2-40B4-BE49-F238E27FC236}">
                <a16:creationId xmlns:a16="http://schemas.microsoft.com/office/drawing/2014/main" id="{504854DA-6068-4F84-882A-A45FB867FD4A}"/>
              </a:ext>
            </a:extLst>
          </p:cNvPr>
          <p:cNvSpPr>
            <a:spLocks noGrp="1"/>
          </p:cNvSpPr>
          <p:nvPr/>
        </p:nvSpPr>
        <p:spPr>
          <a:xfrm>
            <a:off x="514150" y="6442986"/>
            <a:ext cx="2620593" cy="228600"/>
          </a:xfrm>
          <a:prstGeom prst="roundRect">
            <a:avLst>
              <a:gd name="adj" fmla="val 0"/>
            </a:avLst>
          </a:prstGeom>
          <a:solidFill>
            <a:srgbClr val="FFD778"/>
          </a:solidFill>
          <a:ln w="9525">
            <a:solidFill>
              <a:srgbClr val="FFFFFF"/>
            </a:solidFill>
            <a:prstDash val="solid"/>
          </a:ln>
        </p:spPr>
      </p:sp>
      <p:sp>
        <p:nvSpPr>
          <p:cNvPr id="106" name="EFF-worklist-cell0-1">
            <a:extLst>
              <a:ext uri="{FF2B5EF4-FFF2-40B4-BE49-F238E27FC236}">
                <a16:creationId xmlns:a16="http://schemas.microsoft.com/office/drawing/2014/main" id="{782DFEE9-8462-4B5E-BF5A-D9F3E575B1CF}"/>
              </a:ext>
            </a:extLst>
          </p:cNvPr>
          <p:cNvSpPr>
            <a:spLocks noGrp="1"/>
          </p:cNvSpPr>
          <p:nvPr/>
        </p:nvSpPr>
        <p:spPr>
          <a:xfrm>
            <a:off x="3158786" y="6442986"/>
            <a:ext cx="1731034" cy="228600"/>
          </a:xfrm>
          <a:prstGeom prst="roundRect">
            <a:avLst>
              <a:gd name="adj" fmla="val 0"/>
            </a:avLst>
          </a:prstGeom>
          <a:solidFill>
            <a:srgbClr val="FFD778"/>
          </a:solidFill>
          <a:ln w="9525">
            <a:solidFill>
              <a:srgbClr val="FFFFFF"/>
            </a:solidFill>
            <a:prstDash val="solid"/>
          </a:ln>
        </p:spPr>
      </p:sp>
      <p:sp>
        <p:nvSpPr>
          <p:cNvPr id="107" name="EFF-worklist-cell0-2">
            <a:extLst>
              <a:ext uri="{FF2B5EF4-FFF2-40B4-BE49-F238E27FC236}">
                <a16:creationId xmlns:a16="http://schemas.microsoft.com/office/drawing/2014/main" id="{2CEB436F-BDC4-4104-9D07-0C48135B971A}"/>
              </a:ext>
            </a:extLst>
          </p:cNvPr>
          <p:cNvSpPr>
            <a:spLocks noGrp="1"/>
          </p:cNvSpPr>
          <p:nvPr/>
        </p:nvSpPr>
        <p:spPr>
          <a:xfrm>
            <a:off x="4913862" y="6442986"/>
            <a:ext cx="1346360" cy="228600"/>
          </a:xfrm>
          <a:prstGeom prst="roundRect">
            <a:avLst>
              <a:gd name="adj" fmla="val 0"/>
            </a:avLst>
          </a:prstGeom>
          <a:solidFill>
            <a:srgbClr val="FFD778"/>
          </a:solidFill>
          <a:ln w="9525">
            <a:solidFill>
              <a:srgbClr val="FFFFFF"/>
            </a:solidFill>
            <a:prstDash val="solid"/>
          </a:ln>
        </p:spPr>
      </p:sp>
      <p:sp>
        <p:nvSpPr>
          <p:cNvPr id="108" name="EFF-worklist-cell1-0">
            <a:extLst>
              <a:ext uri="{FF2B5EF4-FFF2-40B4-BE49-F238E27FC236}">
                <a16:creationId xmlns:a16="http://schemas.microsoft.com/office/drawing/2014/main" id="{5EF61B0F-8EFE-4D06-B9C9-5D4C907FE9CB}"/>
              </a:ext>
            </a:extLst>
          </p:cNvPr>
          <p:cNvSpPr>
            <a:spLocks noGrp="1"/>
          </p:cNvSpPr>
          <p:nvPr/>
        </p:nvSpPr>
        <p:spPr>
          <a:xfrm>
            <a:off x="514150" y="6690636"/>
            <a:ext cx="2620593" cy="228600"/>
          </a:xfrm>
          <a:prstGeom prst="roundRect">
            <a:avLst>
              <a:gd name="adj" fmla="val 0"/>
            </a:avLst>
          </a:prstGeom>
          <a:solidFill>
            <a:srgbClr val="FFF2CA"/>
          </a:solidFill>
          <a:ln w="9525">
            <a:solidFill>
              <a:srgbClr val="FFFFFF"/>
            </a:solidFill>
            <a:prstDash val="solid"/>
          </a:ln>
        </p:spPr>
      </p:sp>
      <p:sp>
        <p:nvSpPr>
          <p:cNvPr id="109" name="EFF-worklist-cell1-1">
            <a:extLst>
              <a:ext uri="{FF2B5EF4-FFF2-40B4-BE49-F238E27FC236}">
                <a16:creationId xmlns:a16="http://schemas.microsoft.com/office/drawing/2014/main" id="{C941A908-DBB6-4FD8-B35E-9CE554E179DF}"/>
              </a:ext>
            </a:extLst>
          </p:cNvPr>
          <p:cNvSpPr>
            <a:spLocks noGrp="1"/>
          </p:cNvSpPr>
          <p:nvPr/>
        </p:nvSpPr>
        <p:spPr>
          <a:xfrm>
            <a:off x="3158786" y="6690636"/>
            <a:ext cx="1731034" cy="228600"/>
          </a:xfrm>
          <a:prstGeom prst="roundRect">
            <a:avLst>
              <a:gd name="adj" fmla="val 0"/>
            </a:avLst>
          </a:prstGeom>
          <a:solidFill>
            <a:srgbClr val="FFF2CA"/>
          </a:solidFill>
          <a:ln w="9525">
            <a:solidFill>
              <a:srgbClr val="FFFFFF"/>
            </a:solidFill>
            <a:prstDash val="solid"/>
          </a:ln>
        </p:spPr>
      </p:sp>
      <p:sp>
        <p:nvSpPr>
          <p:cNvPr id="110" name="EFF-worklist-cell1-2">
            <a:extLst>
              <a:ext uri="{FF2B5EF4-FFF2-40B4-BE49-F238E27FC236}">
                <a16:creationId xmlns:a16="http://schemas.microsoft.com/office/drawing/2014/main" id="{79834B1C-790F-4E01-85BB-6FC350A07034}"/>
              </a:ext>
            </a:extLst>
          </p:cNvPr>
          <p:cNvSpPr>
            <a:spLocks noGrp="1"/>
          </p:cNvSpPr>
          <p:nvPr/>
        </p:nvSpPr>
        <p:spPr>
          <a:xfrm>
            <a:off x="4913862" y="6690636"/>
            <a:ext cx="1346360" cy="228600"/>
          </a:xfrm>
          <a:prstGeom prst="roundRect">
            <a:avLst>
              <a:gd name="adj" fmla="val 0"/>
            </a:avLst>
          </a:prstGeom>
          <a:solidFill>
            <a:srgbClr val="FFF2CA"/>
          </a:solidFill>
          <a:ln w="9525">
            <a:solidFill>
              <a:srgbClr val="FFFFFF"/>
            </a:solidFill>
            <a:prstDash val="solid"/>
          </a:ln>
        </p:spPr>
      </p:sp>
      <p:sp>
        <p:nvSpPr>
          <p:cNvPr id="111" name="EFF-worklist-cell2-0">
            <a:extLst>
              <a:ext uri="{FF2B5EF4-FFF2-40B4-BE49-F238E27FC236}">
                <a16:creationId xmlns:a16="http://schemas.microsoft.com/office/drawing/2014/main" id="{6BD58FF8-C301-4959-9286-8DFA08AC6ADB}"/>
              </a:ext>
            </a:extLst>
          </p:cNvPr>
          <p:cNvSpPr>
            <a:spLocks noGrp="1"/>
          </p:cNvSpPr>
          <p:nvPr/>
        </p:nvSpPr>
        <p:spPr>
          <a:xfrm>
            <a:off x="514150" y="6938286"/>
            <a:ext cx="2620593" cy="228600"/>
          </a:xfrm>
          <a:prstGeom prst="roundRect">
            <a:avLst>
              <a:gd name="adj" fmla="val 0"/>
            </a:avLst>
          </a:prstGeom>
          <a:solidFill>
            <a:srgbClr val="FFF2CA"/>
          </a:solidFill>
          <a:ln w="9525">
            <a:solidFill>
              <a:srgbClr val="FFFFFF"/>
            </a:solidFill>
            <a:prstDash val="solid"/>
          </a:ln>
        </p:spPr>
      </p:sp>
      <p:sp>
        <p:nvSpPr>
          <p:cNvPr id="112" name="EFF-worklist-cell2-1">
            <a:extLst>
              <a:ext uri="{FF2B5EF4-FFF2-40B4-BE49-F238E27FC236}">
                <a16:creationId xmlns:a16="http://schemas.microsoft.com/office/drawing/2014/main" id="{22AD1BA0-2A2F-4682-8FA2-7749DEAACCCB}"/>
              </a:ext>
            </a:extLst>
          </p:cNvPr>
          <p:cNvSpPr>
            <a:spLocks noGrp="1"/>
          </p:cNvSpPr>
          <p:nvPr/>
        </p:nvSpPr>
        <p:spPr>
          <a:xfrm>
            <a:off x="3158786" y="6938286"/>
            <a:ext cx="1731034" cy="228600"/>
          </a:xfrm>
          <a:prstGeom prst="roundRect">
            <a:avLst>
              <a:gd name="adj" fmla="val 0"/>
            </a:avLst>
          </a:prstGeom>
          <a:solidFill>
            <a:srgbClr val="FFF2CA"/>
          </a:solidFill>
          <a:ln w="9525">
            <a:solidFill>
              <a:srgbClr val="FFFFFF"/>
            </a:solidFill>
            <a:prstDash val="solid"/>
          </a:ln>
        </p:spPr>
      </p:sp>
      <p:sp>
        <p:nvSpPr>
          <p:cNvPr id="113" name="EFF-worklist-cell2-2">
            <a:extLst>
              <a:ext uri="{FF2B5EF4-FFF2-40B4-BE49-F238E27FC236}">
                <a16:creationId xmlns:a16="http://schemas.microsoft.com/office/drawing/2014/main" id="{C6A7DBF1-BE84-4F9B-8879-917B0F449CF2}"/>
              </a:ext>
            </a:extLst>
          </p:cNvPr>
          <p:cNvSpPr>
            <a:spLocks noGrp="1"/>
          </p:cNvSpPr>
          <p:nvPr/>
        </p:nvSpPr>
        <p:spPr>
          <a:xfrm>
            <a:off x="4913862" y="6938286"/>
            <a:ext cx="1346360" cy="228600"/>
          </a:xfrm>
          <a:prstGeom prst="roundRect">
            <a:avLst>
              <a:gd name="adj" fmla="val 0"/>
            </a:avLst>
          </a:prstGeom>
          <a:solidFill>
            <a:srgbClr val="FFF2CA"/>
          </a:solidFill>
          <a:ln w="9525">
            <a:solidFill>
              <a:srgbClr val="FFFFFF"/>
            </a:solidFill>
            <a:prstDash val="solid"/>
          </a:ln>
        </p:spPr>
      </p:sp>
      <p:sp>
        <p:nvSpPr>
          <p:cNvPr id="114" name="EFF-worklist-cell3-0">
            <a:extLst>
              <a:ext uri="{FF2B5EF4-FFF2-40B4-BE49-F238E27FC236}">
                <a16:creationId xmlns:a16="http://schemas.microsoft.com/office/drawing/2014/main" id="{D80B01C6-C4C3-49A0-9D0B-E73ED68763D0}"/>
              </a:ext>
            </a:extLst>
          </p:cNvPr>
          <p:cNvSpPr>
            <a:spLocks noGrp="1"/>
          </p:cNvSpPr>
          <p:nvPr/>
        </p:nvSpPr>
        <p:spPr>
          <a:xfrm>
            <a:off x="514150" y="7185936"/>
            <a:ext cx="2620593" cy="228600"/>
          </a:xfrm>
          <a:prstGeom prst="roundRect">
            <a:avLst>
              <a:gd name="adj" fmla="val 0"/>
            </a:avLst>
          </a:prstGeom>
          <a:solidFill>
            <a:srgbClr val="FFF2CA"/>
          </a:solidFill>
          <a:ln w="9525">
            <a:solidFill>
              <a:srgbClr val="FFFFFF"/>
            </a:solidFill>
            <a:prstDash val="solid"/>
          </a:ln>
        </p:spPr>
      </p:sp>
      <p:sp>
        <p:nvSpPr>
          <p:cNvPr id="115" name="EFF-worklist-cell3-1">
            <a:extLst>
              <a:ext uri="{FF2B5EF4-FFF2-40B4-BE49-F238E27FC236}">
                <a16:creationId xmlns:a16="http://schemas.microsoft.com/office/drawing/2014/main" id="{0ABC3E73-F7B2-4B2E-8AB1-73E211A0344E}"/>
              </a:ext>
            </a:extLst>
          </p:cNvPr>
          <p:cNvSpPr>
            <a:spLocks noGrp="1"/>
          </p:cNvSpPr>
          <p:nvPr/>
        </p:nvSpPr>
        <p:spPr>
          <a:xfrm>
            <a:off x="3158786" y="7185936"/>
            <a:ext cx="1731034" cy="228600"/>
          </a:xfrm>
          <a:prstGeom prst="roundRect">
            <a:avLst>
              <a:gd name="adj" fmla="val 0"/>
            </a:avLst>
          </a:prstGeom>
          <a:solidFill>
            <a:srgbClr val="FFF2CA"/>
          </a:solidFill>
          <a:ln w="9525">
            <a:solidFill>
              <a:srgbClr val="FFFFFF"/>
            </a:solidFill>
            <a:prstDash val="solid"/>
          </a:ln>
        </p:spPr>
      </p:sp>
      <p:sp>
        <p:nvSpPr>
          <p:cNvPr id="116" name="EFF-worklist-cell3-2">
            <a:extLst>
              <a:ext uri="{FF2B5EF4-FFF2-40B4-BE49-F238E27FC236}">
                <a16:creationId xmlns:a16="http://schemas.microsoft.com/office/drawing/2014/main" id="{A9F699F8-5007-4F04-BF5D-1F87FD42371A}"/>
              </a:ext>
            </a:extLst>
          </p:cNvPr>
          <p:cNvSpPr>
            <a:spLocks noGrp="1"/>
          </p:cNvSpPr>
          <p:nvPr/>
        </p:nvSpPr>
        <p:spPr>
          <a:xfrm>
            <a:off x="4913862" y="7185936"/>
            <a:ext cx="1346360" cy="228600"/>
          </a:xfrm>
          <a:prstGeom prst="roundRect">
            <a:avLst>
              <a:gd name="adj" fmla="val 0"/>
            </a:avLst>
          </a:prstGeom>
          <a:solidFill>
            <a:srgbClr val="FFF2CA"/>
          </a:solidFill>
          <a:ln w="9525">
            <a:solidFill>
              <a:srgbClr val="FFFFFF"/>
            </a:solidFill>
            <a:prstDash val="solid"/>
          </a:ln>
        </p:spPr>
      </p:sp>
      <p:sp>
        <p:nvSpPr>
          <p:cNvPr id="23" name="EFF-reserve">
            <a:extLst>
              <a:ext uri="{FF2B5EF4-FFF2-40B4-BE49-F238E27FC236}">
                <a16:creationId xmlns:a16="http://schemas.microsoft.com/office/drawing/2014/main" id="{F23691F8-61AE-4A0E-B829-E1F2509260E0}"/>
              </a:ext>
            </a:extLst>
          </p:cNvPr>
          <p:cNvSpPr>
            <a:spLocks noGrp="1"/>
          </p:cNvSpPr>
          <p:nvPr/>
        </p:nvSpPr>
        <p:spPr>
          <a:xfrm>
            <a:off x="6897338" y="6643011"/>
            <a:ext cx="4628112" cy="571500"/>
          </a:xfrm>
          <a:prstGeom prst="roundRect">
            <a:avLst>
              <a:gd name="adj" fmla="val 6667"/>
            </a:avLst>
          </a:prstGeom>
          <a:solidFill>
            <a:srgbClr val="EBE1F3"/>
          </a:solidFill>
          <a:ln w="20955">
            <a:solidFill>
              <a:srgbClr val="8E79A3"/>
            </a:solidFill>
            <a:prstDash val="solid"/>
          </a:ln>
        </p:spPr>
      </p:sp>
      <p:sp>
        <p:nvSpPr>
          <p:cNvPr id="24" name="EFF-loop-target">
            <a:extLst>
              <a:ext uri="{FF2B5EF4-FFF2-40B4-BE49-F238E27FC236}">
                <a16:creationId xmlns:a16="http://schemas.microsoft.com/office/drawing/2014/main" id="{3E73AAC8-B681-4A09-B662-9DD82F8BE785}"/>
              </a:ext>
            </a:extLst>
          </p:cNvPr>
          <p:cNvSpPr>
            <a:spLocks noGrp="1"/>
          </p:cNvSpPr>
          <p:nvPr/>
        </p:nvSpPr>
        <p:spPr>
          <a:xfrm>
            <a:off x="3386765" y="7423585"/>
            <a:ext cx="841" cy="953"/>
          </a:xfrm>
          <a:prstGeom prst="roundRect">
            <a:avLst>
              <a:gd name="adj" fmla="val 0"/>
            </a:avLst>
          </a:prstGeom>
          <a:noFill/>
          <a:ln w="0">
            <a:noFill/>
            <a:prstDash val="solid"/>
          </a:ln>
        </p:spPr>
      </p:sp>
      <p:sp>
        <p:nvSpPr>
          <p:cNvPr id="25" name="EFF-rebuild-bend0">
            <a:extLst>
              <a:ext uri="{FF2B5EF4-FFF2-40B4-BE49-F238E27FC236}">
                <a16:creationId xmlns:a16="http://schemas.microsoft.com/office/drawing/2014/main" id="{5981EC9F-B123-4C68-B70A-61C53D999E59}"/>
              </a:ext>
            </a:extLst>
          </p:cNvPr>
          <p:cNvSpPr>
            <a:spLocks noGrp="1"/>
          </p:cNvSpPr>
          <p:nvPr/>
        </p:nvSpPr>
        <p:spPr>
          <a:xfrm>
            <a:off x="9210973" y="7633135"/>
            <a:ext cx="841" cy="953"/>
          </a:xfrm>
          <a:prstGeom prst="roundRect">
            <a:avLst>
              <a:gd name="adj" fmla="val 0"/>
            </a:avLst>
          </a:prstGeom>
          <a:noFill/>
          <a:ln w="0">
            <a:noFill/>
            <a:prstDash val="solid"/>
          </a:ln>
        </p:spPr>
      </p:sp>
      <p:sp>
        <p:nvSpPr>
          <p:cNvPr id="26" name="EFF-rebuild-bend1">
            <a:extLst>
              <a:ext uri="{FF2B5EF4-FFF2-40B4-BE49-F238E27FC236}">
                <a16:creationId xmlns:a16="http://schemas.microsoft.com/office/drawing/2014/main" id="{F6A005C8-DAAE-4F32-99C2-3B1E70929352}"/>
              </a:ext>
            </a:extLst>
          </p:cNvPr>
          <p:cNvSpPr>
            <a:spLocks noGrp="1"/>
          </p:cNvSpPr>
          <p:nvPr/>
        </p:nvSpPr>
        <p:spPr>
          <a:xfrm>
            <a:off x="3386765" y="7633135"/>
            <a:ext cx="841" cy="953"/>
          </a:xfrm>
          <a:prstGeom prst="roundRect">
            <a:avLst>
              <a:gd name="adj" fmla="val 0"/>
            </a:avLst>
          </a:prstGeom>
          <a:noFill/>
          <a:ln w="0">
            <a:noFill/>
            <a:prstDash val="solid"/>
          </a:ln>
        </p:spPr>
      </p:sp>
      <p:sp>
        <p:nvSpPr>
          <p:cNvPr id="27" name="F8-facts">
            <a:extLst>
              <a:ext uri="{FF2B5EF4-FFF2-40B4-BE49-F238E27FC236}">
                <a16:creationId xmlns:a16="http://schemas.microsoft.com/office/drawing/2014/main" id="{C0DB3D70-96BC-4D9F-8C44-EFEC3A76A79D}"/>
              </a:ext>
            </a:extLst>
          </p:cNvPr>
          <p:cNvSpPr>
            <a:spLocks noGrp="1"/>
          </p:cNvSpPr>
          <p:nvPr/>
        </p:nvSpPr>
        <p:spPr>
          <a:xfrm>
            <a:off x="12454621" y="3627930"/>
            <a:ext cx="3848100" cy="1971675"/>
          </a:xfrm>
          <a:prstGeom prst="roundRect">
            <a:avLst>
              <a:gd name="adj" fmla="val 966"/>
            </a:avLst>
          </a:prstGeom>
          <a:solidFill>
            <a:srgbClr val="FFFFFF"/>
          </a:solidFill>
          <a:ln w="19050">
            <a:solidFill>
              <a:srgbClr val="171717"/>
            </a:solidFill>
            <a:prstDash val="solid"/>
          </a:ln>
        </p:spPr>
      </p:sp>
      <p:sp>
        <p:nvSpPr>
          <p:cNvPr id="117" name="F8-facts-cell0-0">
            <a:extLst>
              <a:ext uri="{FF2B5EF4-FFF2-40B4-BE49-F238E27FC236}">
                <a16:creationId xmlns:a16="http://schemas.microsoft.com/office/drawing/2014/main" id="{7C895F9C-C573-438D-BB22-3134F98B5C71}"/>
              </a:ext>
            </a:extLst>
          </p:cNvPr>
          <p:cNvSpPr>
            <a:spLocks noGrp="1"/>
          </p:cNvSpPr>
          <p:nvPr/>
        </p:nvSpPr>
        <p:spPr>
          <a:xfrm>
            <a:off x="12464146" y="3637455"/>
            <a:ext cx="1247775" cy="200025"/>
          </a:xfrm>
          <a:prstGeom prst="roundRect">
            <a:avLst>
              <a:gd name="adj" fmla="val 9524"/>
            </a:avLst>
          </a:prstGeom>
          <a:solidFill>
            <a:srgbClr val="FFAEAE"/>
          </a:solidFill>
          <a:ln w="9525">
            <a:solidFill>
              <a:srgbClr val="FFFFFF"/>
            </a:solidFill>
            <a:prstDash val="solid"/>
          </a:ln>
        </p:spPr>
      </p:sp>
      <p:sp>
        <p:nvSpPr>
          <p:cNvPr id="118" name="F8-facts-cell0-1">
            <a:extLst>
              <a:ext uri="{FF2B5EF4-FFF2-40B4-BE49-F238E27FC236}">
                <a16:creationId xmlns:a16="http://schemas.microsoft.com/office/drawing/2014/main" id="{5D28931B-C5B7-4B21-87E0-9F1584794359}"/>
              </a:ext>
            </a:extLst>
          </p:cNvPr>
          <p:cNvSpPr>
            <a:spLocks noGrp="1"/>
          </p:cNvSpPr>
          <p:nvPr/>
        </p:nvSpPr>
        <p:spPr>
          <a:xfrm>
            <a:off x="13730971" y="3637455"/>
            <a:ext cx="971550" cy="200025"/>
          </a:xfrm>
          <a:prstGeom prst="roundRect">
            <a:avLst>
              <a:gd name="adj" fmla="val 9524"/>
            </a:avLst>
          </a:prstGeom>
          <a:solidFill>
            <a:srgbClr val="FFAEAE"/>
          </a:solidFill>
          <a:ln w="9525">
            <a:solidFill>
              <a:srgbClr val="FFFFFF"/>
            </a:solidFill>
            <a:prstDash val="solid"/>
          </a:ln>
        </p:spPr>
      </p:sp>
      <p:sp>
        <p:nvSpPr>
          <p:cNvPr id="119" name="F8-facts-cell0-2">
            <a:extLst>
              <a:ext uri="{FF2B5EF4-FFF2-40B4-BE49-F238E27FC236}">
                <a16:creationId xmlns:a16="http://schemas.microsoft.com/office/drawing/2014/main" id="{76942419-E684-4C12-B6C8-964EFDE92708}"/>
              </a:ext>
            </a:extLst>
          </p:cNvPr>
          <p:cNvSpPr>
            <a:spLocks noGrp="1"/>
          </p:cNvSpPr>
          <p:nvPr/>
        </p:nvSpPr>
        <p:spPr>
          <a:xfrm>
            <a:off x="14721571" y="3637455"/>
            <a:ext cx="819150" cy="200025"/>
          </a:xfrm>
          <a:prstGeom prst="roundRect">
            <a:avLst>
              <a:gd name="adj" fmla="val 9524"/>
            </a:avLst>
          </a:prstGeom>
          <a:solidFill>
            <a:srgbClr val="FFAEAE"/>
          </a:solidFill>
          <a:ln w="9525">
            <a:solidFill>
              <a:srgbClr val="FFFFFF"/>
            </a:solidFill>
            <a:prstDash val="solid"/>
          </a:ln>
        </p:spPr>
      </p:sp>
      <p:sp>
        <p:nvSpPr>
          <p:cNvPr id="120" name="F8-facts-cell0-3">
            <a:extLst>
              <a:ext uri="{FF2B5EF4-FFF2-40B4-BE49-F238E27FC236}">
                <a16:creationId xmlns:a16="http://schemas.microsoft.com/office/drawing/2014/main" id="{9ED725A5-8D7C-4D70-9ABD-C050A3C5C8DF}"/>
              </a:ext>
            </a:extLst>
          </p:cNvPr>
          <p:cNvSpPr>
            <a:spLocks noGrp="1"/>
          </p:cNvSpPr>
          <p:nvPr/>
        </p:nvSpPr>
        <p:spPr>
          <a:xfrm>
            <a:off x="15559771" y="3637455"/>
            <a:ext cx="733425" cy="200025"/>
          </a:xfrm>
          <a:prstGeom prst="roundRect">
            <a:avLst>
              <a:gd name="adj" fmla="val 9524"/>
            </a:avLst>
          </a:prstGeom>
          <a:solidFill>
            <a:srgbClr val="FFAEAE"/>
          </a:solidFill>
          <a:ln w="9525">
            <a:solidFill>
              <a:srgbClr val="FFFFFF"/>
            </a:solidFill>
            <a:prstDash val="solid"/>
          </a:ln>
        </p:spPr>
      </p:sp>
      <p:sp>
        <p:nvSpPr>
          <p:cNvPr id="121" name="F8-facts-cell1-0">
            <a:extLst>
              <a:ext uri="{FF2B5EF4-FFF2-40B4-BE49-F238E27FC236}">
                <a16:creationId xmlns:a16="http://schemas.microsoft.com/office/drawing/2014/main" id="{DD30E8C6-D5F5-4E7C-A921-6F4E85E7B5AD}"/>
              </a:ext>
            </a:extLst>
          </p:cNvPr>
          <p:cNvSpPr>
            <a:spLocks noGrp="1"/>
          </p:cNvSpPr>
          <p:nvPr/>
        </p:nvSpPr>
        <p:spPr>
          <a:xfrm>
            <a:off x="12464146" y="3856530"/>
            <a:ext cx="1247775" cy="200025"/>
          </a:xfrm>
          <a:prstGeom prst="roundRect">
            <a:avLst>
              <a:gd name="adj" fmla="val 9524"/>
            </a:avLst>
          </a:prstGeom>
          <a:solidFill>
            <a:srgbClr val="FFE7DE"/>
          </a:solidFill>
          <a:ln w="9525">
            <a:solidFill>
              <a:srgbClr val="FFFFFF"/>
            </a:solidFill>
            <a:prstDash val="solid"/>
          </a:ln>
        </p:spPr>
      </p:sp>
      <p:sp>
        <p:nvSpPr>
          <p:cNvPr id="122" name="F8-facts-cell1-1">
            <a:extLst>
              <a:ext uri="{FF2B5EF4-FFF2-40B4-BE49-F238E27FC236}">
                <a16:creationId xmlns:a16="http://schemas.microsoft.com/office/drawing/2014/main" id="{28F4E26F-C9F9-442E-80D8-3986E55CC195}"/>
              </a:ext>
            </a:extLst>
          </p:cNvPr>
          <p:cNvSpPr>
            <a:spLocks noGrp="1"/>
          </p:cNvSpPr>
          <p:nvPr/>
        </p:nvSpPr>
        <p:spPr>
          <a:xfrm>
            <a:off x="13730971" y="3856530"/>
            <a:ext cx="971550" cy="200025"/>
          </a:xfrm>
          <a:prstGeom prst="roundRect">
            <a:avLst>
              <a:gd name="adj" fmla="val 9524"/>
            </a:avLst>
          </a:prstGeom>
          <a:solidFill>
            <a:srgbClr val="FFE7DE"/>
          </a:solidFill>
          <a:ln w="9525">
            <a:solidFill>
              <a:srgbClr val="FFFFFF"/>
            </a:solidFill>
            <a:prstDash val="solid"/>
          </a:ln>
        </p:spPr>
      </p:sp>
      <p:sp>
        <p:nvSpPr>
          <p:cNvPr id="123" name="F8-facts-cell1-2">
            <a:extLst>
              <a:ext uri="{FF2B5EF4-FFF2-40B4-BE49-F238E27FC236}">
                <a16:creationId xmlns:a16="http://schemas.microsoft.com/office/drawing/2014/main" id="{EDCD862E-4B28-4DF5-948B-92D5954E4C36}"/>
              </a:ext>
            </a:extLst>
          </p:cNvPr>
          <p:cNvSpPr>
            <a:spLocks noGrp="1"/>
          </p:cNvSpPr>
          <p:nvPr/>
        </p:nvSpPr>
        <p:spPr>
          <a:xfrm>
            <a:off x="14721571" y="3856530"/>
            <a:ext cx="819150" cy="200025"/>
          </a:xfrm>
          <a:prstGeom prst="roundRect">
            <a:avLst>
              <a:gd name="adj" fmla="val 9524"/>
            </a:avLst>
          </a:prstGeom>
          <a:solidFill>
            <a:srgbClr val="FFE7DE"/>
          </a:solidFill>
          <a:ln w="9525">
            <a:solidFill>
              <a:srgbClr val="FFFFFF"/>
            </a:solidFill>
            <a:prstDash val="solid"/>
          </a:ln>
        </p:spPr>
      </p:sp>
      <p:sp>
        <p:nvSpPr>
          <p:cNvPr id="124" name="F8-facts-cell1-3">
            <a:extLst>
              <a:ext uri="{FF2B5EF4-FFF2-40B4-BE49-F238E27FC236}">
                <a16:creationId xmlns:a16="http://schemas.microsoft.com/office/drawing/2014/main" id="{6ABE761C-5E29-49D0-B6B8-F74C111ED853}"/>
              </a:ext>
            </a:extLst>
          </p:cNvPr>
          <p:cNvSpPr>
            <a:spLocks noGrp="1"/>
          </p:cNvSpPr>
          <p:nvPr/>
        </p:nvSpPr>
        <p:spPr>
          <a:xfrm>
            <a:off x="15559771" y="3856530"/>
            <a:ext cx="733425" cy="200025"/>
          </a:xfrm>
          <a:prstGeom prst="roundRect">
            <a:avLst>
              <a:gd name="adj" fmla="val 9524"/>
            </a:avLst>
          </a:prstGeom>
          <a:solidFill>
            <a:srgbClr val="FFE7DE"/>
          </a:solidFill>
          <a:ln w="9525">
            <a:solidFill>
              <a:srgbClr val="FFFFFF"/>
            </a:solidFill>
            <a:prstDash val="solid"/>
          </a:ln>
        </p:spPr>
      </p:sp>
      <p:sp>
        <p:nvSpPr>
          <p:cNvPr id="125" name="F8-facts-cell2-0">
            <a:extLst>
              <a:ext uri="{FF2B5EF4-FFF2-40B4-BE49-F238E27FC236}">
                <a16:creationId xmlns:a16="http://schemas.microsoft.com/office/drawing/2014/main" id="{AB712FBD-2A0C-4533-A389-D50983C6B016}"/>
              </a:ext>
            </a:extLst>
          </p:cNvPr>
          <p:cNvSpPr>
            <a:spLocks noGrp="1"/>
          </p:cNvSpPr>
          <p:nvPr/>
        </p:nvSpPr>
        <p:spPr>
          <a:xfrm>
            <a:off x="12464146" y="4075605"/>
            <a:ext cx="1247775" cy="200025"/>
          </a:xfrm>
          <a:prstGeom prst="roundRect">
            <a:avLst>
              <a:gd name="adj" fmla="val 9524"/>
            </a:avLst>
          </a:prstGeom>
          <a:solidFill>
            <a:srgbClr val="FFE7DE"/>
          </a:solidFill>
          <a:ln w="9525">
            <a:solidFill>
              <a:srgbClr val="FFFFFF"/>
            </a:solidFill>
            <a:prstDash val="solid"/>
          </a:ln>
        </p:spPr>
      </p:sp>
      <p:sp>
        <p:nvSpPr>
          <p:cNvPr id="126" name="F8-facts-cell2-1">
            <a:extLst>
              <a:ext uri="{FF2B5EF4-FFF2-40B4-BE49-F238E27FC236}">
                <a16:creationId xmlns:a16="http://schemas.microsoft.com/office/drawing/2014/main" id="{A46F61DA-2DB3-49ED-BA30-27C4440A99EA}"/>
              </a:ext>
            </a:extLst>
          </p:cNvPr>
          <p:cNvSpPr>
            <a:spLocks noGrp="1"/>
          </p:cNvSpPr>
          <p:nvPr/>
        </p:nvSpPr>
        <p:spPr>
          <a:xfrm>
            <a:off x="13730971" y="4075605"/>
            <a:ext cx="971550" cy="200025"/>
          </a:xfrm>
          <a:prstGeom prst="roundRect">
            <a:avLst>
              <a:gd name="adj" fmla="val 9524"/>
            </a:avLst>
          </a:prstGeom>
          <a:solidFill>
            <a:srgbClr val="FFE7DE"/>
          </a:solidFill>
          <a:ln w="9525">
            <a:solidFill>
              <a:srgbClr val="FFFFFF"/>
            </a:solidFill>
            <a:prstDash val="solid"/>
          </a:ln>
        </p:spPr>
      </p:sp>
      <p:sp>
        <p:nvSpPr>
          <p:cNvPr id="127" name="F8-facts-cell2-2">
            <a:extLst>
              <a:ext uri="{FF2B5EF4-FFF2-40B4-BE49-F238E27FC236}">
                <a16:creationId xmlns:a16="http://schemas.microsoft.com/office/drawing/2014/main" id="{FD83A068-12D4-4F1B-A577-23E1FD6D11C7}"/>
              </a:ext>
            </a:extLst>
          </p:cNvPr>
          <p:cNvSpPr>
            <a:spLocks noGrp="1"/>
          </p:cNvSpPr>
          <p:nvPr/>
        </p:nvSpPr>
        <p:spPr>
          <a:xfrm>
            <a:off x="14721571" y="4075605"/>
            <a:ext cx="819150" cy="200025"/>
          </a:xfrm>
          <a:prstGeom prst="roundRect">
            <a:avLst>
              <a:gd name="adj" fmla="val 9524"/>
            </a:avLst>
          </a:prstGeom>
          <a:solidFill>
            <a:srgbClr val="FFE7DE"/>
          </a:solidFill>
          <a:ln w="9525">
            <a:solidFill>
              <a:srgbClr val="FFFFFF"/>
            </a:solidFill>
            <a:prstDash val="solid"/>
          </a:ln>
        </p:spPr>
      </p:sp>
      <p:sp>
        <p:nvSpPr>
          <p:cNvPr id="128" name="F8-facts-cell2-3">
            <a:extLst>
              <a:ext uri="{FF2B5EF4-FFF2-40B4-BE49-F238E27FC236}">
                <a16:creationId xmlns:a16="http://schemas.microsoft.com/office/drawing/2014/main" id="{2D0FB6C5-0397-47FC-A6AF-0693BEC0BA03}"/>
              </a:ext>
            </a:extLst>
          </p:cNvPr>
          <p:cNvSpPr>
            <a:spLocks noGrp="1"/>
          </p:cNvSpPr>
          <p:nvPr/>
        </p:nvSpPr>
        <p:spPr>
          <a:xfrm>
            <a:off x="15559771" y="4075605"/>
            <a:ext cx="733425" cy="200025"/>
          </a:xfrm>
          <a:prstGeom prst="roundRect">
            <a:avLst>
              <a:gd name="adj" fmla="val 9524"/>
            </a:avLst>
          </a:prstGeom>
          <a:solidFill>
            <a:srgbClr val="FFE7DE"/>
          </a:solidFill>
          <a:ln w="9525">
            <a:solidFill>
              <a:srgbClr val="FFFFFF"/>
            </a:solidFill>
            <a:prstDash val="solid"/>
          </a:ln>
        </p:spPr>
      </p:sp>
      <p:sp>
        <p:nvSpPr>
          <p:cNvPr id="129" name="F8-facts-cell3-0">
            <a:extLst>
              <a:ext uri="{FF2B5EF4-FFF2-40B4-BE49-F238E27FC236}">
                <a16:creationId xmlns:a16="http://schemas.microsoft.com/office/drawing/2014/main" id="{4E8C1ECA-1448-41AE-977F-557C00A67197}"/>
              </a:ext>
            </a:extLst>
          </p:cNvPr>
          <p:cNvSpPr>
            <a:spLocks noGrp="1"/>
          </p:cNvSpPr>
          <p:nvPr/>
        </p:nvSpPr>
        <p:spPr>
          <a:xfrm>
            <a:off x="12464146" y="4294680"/>
            <a:ext cx="1247775" cy="200025"/>
          </a:xfrm>
          <a:prstGeom prst="roundRect">
            <a:avLst>
              <a:gd name="adj" fmla="val 9524"/>
            </a:avLst>
          </a:prstGeom>
          <a:solidFill>
            <a:srgbClr val="FFE7DE"/>
          </a:solidFill>
          <a:ln w="9525">
            <a:solidFill>
              <a:srgbClr val="FFFFFF"/>
            </a:solidFill>
            <a:prstDash val="solid"/>
          </a:ln>
        </p:spPr>
      </p:sp>
      <p:sp>
        <p:nvSpPr>
          <p:cNvPr id="130" name="F8-facts-cell3-1">
            <a:extLst>
              <a:ext uri="{FF2B5EF4-FFF2-40B4-BE49-F238E27FC236}">
                <a16:creationId xmlns:a16="http://schemas.microsoft.com/office/drawing/2014/main" id="{68DA99F6-D2CD-4544-A3A6-7663804B4F5B}"/>
              </a:ext>
            </a:extLst>
          </p:cNvPr>
          <p:cNvSpPr>
            <a:spLocks noGrp="1"/>
          </p:cNvSpPr>
          <p:nvPr/>
        </p:nvSpPr>
        <p:spPr>
          <a:xfrm>
            <a:off x="13730971" y="4294680"/>
            <a:ext cx="971550" cy="200025"/>
          </a:xfrm>
          <a:prstGeom prst="roundRect">
            <a:avLst>
              <a:gd name="adj" fmla="val 9524"/>
            </a:avLst>
          </a:prstGeom>
          <a:solidFill>
            <a:srgbClr val="FFE7DE"/>
          </a:solidFill>
          <a:ln w="9525">
            <a:solidFill>
              <a:srgbClr val="FFFFFF"/>
            </a:solidFill>
            <a:prstDash val="solid"/>
          </a:ln>
        </p:spPr>
      </p:sp>
      <p:sp>
        <p:nvSpPr>
          <p:cNvPr id="131" name="F8-facts-cell3-2">
            <a:extLst>
              <a:ext uri="{FF2B5EF4-FFF2-40B4-BE49-F238E27FC236}">
                <a16:creationId xmlns:a16="http://schemas.microsoft.com/office/drawing/2014/main" id="{364E9577-7990-4754-82E8-FF0E1FAFF81E}"/>
              </a:ext>
            </a:extLst>
          </p:cNvPr>
          <p:cNvSpPr>
            <a:spLocks noGrp="1"/>
          </p:cNvSpPr>
          <p:nvPr/>
        </p:nvSpPr>
        <p:spPr>
          <a:xfrm>
            <a:off x="14721571" y="4294680"/>
            <a:ext cx="819150" cy="200025"/>
          </a:xfrm>
          <a:prstGeom prst="roundRect">
            <a:avLst>
              <a:gd name="adj" fmla="val 9524"/>
            </a:avLst>
          </a:prstGeom>
          <a:solidFill>
            <a:srgbClr val="FFE7DE"/>
          </a:solidFill>
          <a:ln w="9525">
            <a:solidFill>
              <a:srgbClr val="FFFFFF"/>
            </a:solidFill>
            <a:prstDash val="solid"/>
          </a:ln>
        </p:spPr>
      </p:sp>
      <p:sp>
        <p:nvSpPr>
          <p:cNvPr id="132" name="F8-facts-cell3-3">
            <a:extLst>
              <a:ext uri="{FF2B5EF4-FFF2-40B4-BE49-F238E27FC236}">
                <a16:creationId xmlns:a16="http://schemas.microsoft.com/office/drawing/2014/main" id="{1A6023A1-94F8-4172-9B03-EAEB8DE4F381}"/>
              </a:ext>
            </a:extLst>
          </p:cNvPr>
          <p:cNvSpPr>
            <a:spLocks noGrp="1"/>
          </p:cNvSpPr>
          <p:nvPr/>
        </p:nvSpPr>
        <p:spPr>
          <a:xfrm>
            <a:off x="15559771" y="4294680"/>
            <a:ext cx="733425" cy="200025"/>
          </a:xfrm>
          <a:prstGeom prst="roundRect">
            <a:avLst>
              <a:gd name="adj" fmla="val 9524"/>
            </a:avLst>
          </a:prstGeom>
          <a:solidFill>
            <a:srgbClr val="FFE7DE"/>
          </a:solidFill>
          <a:ln w="9525">
            <a:solidFill>
              <a:srgbClr val="FFFFFF"/>
            </a:solidFill>
            <a:prstDash val="solid"/>
          </a:ln>
        </p:spPr>
      </p:sp>
      <p:sp>
        <p:nvSpPr>
          <p:cNvPr id="133" name="F8-facts-cell4-0">
            <a:extLst>
              <a:ext uri="{FF2B5EF4-FFF2-40B4-BE49-F238E27FC236}">
                <a16:creationId xmlns:a16="http://schemas.microsoft.com/office/drawing/2014/main" id="{1BA6D19E-1273-4C76-844E-147C8AAE0491}"/>
              </a:ext>
            </a:extLst>
          </p:cNvPr>
          <p:cNvSpPr>
            <a:spLocks noGrp="1"/>
          </p:cNvSpPr>
          <p:nvPr/>
        </p:nvSpPr>
        <p:spPr>
          <a:xfrm>
            <a:off x="12464146" y="4513755"/>
            <a:ext cx="1247775" cy="200025"/>
          </a:xfrm>
          <a:prstGeom prst="roundRect">
            <a:avLst>
              <a:gd name="adj" fmla="val 9524"/>
            </a:avLst>
          </a:prstGeom>
          <a:solidFill>
            <a:srgbClr val="FFE7DE"/>
          </a:solidFill>
          <a:ln w="9525">
            <a:solidFill>
              <a:srgbClr val="FFFFFF"/>
            </a:solidFill>
            <a:prstDash val="solid"/>
          </a:ln>
        </p:spPr>
      </p:sp>
      <p:sp>
        <p:nvSpPr>
          <p:cNvPr id="134" name="F8-facts-cell4-1">
            <a:extLst>
              <a:ext uri="{FF2B5EF4-FFF2-40B4-BE49-F238E27FC236}">
                <a16:creationId xmlns:a16="http://schemas.microsoft.com/office/drawing/2014/main" id="{82E3D4E6-3CD9-440C-A2DF-0D0F8C8827C1}"/>
              </a:ext>
            </a:extLst>
          </p:cNvPr>
          <p:cNvSpPr>
            <a:spLocks noGrp="1"/>
          </p:cNvSpPr>
          <p:nvPr/>
        </p:nvSpPr>
        <p:spPr>
          <a:xfrm>
            <a:off x="13730971" y="4513755"/>
            <a:ext cx="971550" cy="200025"/>
          </a:xfrm>
          <a:prstGeom prst="roundRect">
            <a:avLst>
              <a:gd name="adj" fmla="val 9524"/>
            </a:avLst>
          </a:prstGeom>
          <a:solidFill>
            <a:srgbClr val="FFE7DE"/>
          </a:solidFill>
          <a:ln w="9525">
            <a:solidFill>
              <a:srgbClr val="FFFFFF"/>
            </a:solidFill>
            <a:prstDash val="solid"/>
          </a:ln>
        </p:spPr>
      </p:sp>
      <p:sp>
        <p:nvSpPr>
          <p:cNvPr id="135" name="F8-facts-cell4-2">
            <a:extLst>
              <a:ext uri="{FF2B5EF4-FFF2-40B4-BE49-F238E27FC236}">
                <a16:creationId xmlns:a16="http://schemas.microsoft.com/office/drawing/2014/main" id="{43E417E6-2312-4C75-8129-DB9B04776B26}"/>
              </a:ext>
            </a:extLst>
          </p:cNvPr>
          <p:cNvSpPr>
            <a:spLocks noGrp="1"/>
          </p:cNvSpPr>
          <p:nvPr/>
        </p:nvSpPr>
        <p:spPr>
          <a:xfrm>
            <a:off x="14721571" y="4513755"/>
            <a:ext cx="819150" cy="200025"/>
          </a:xfrm>
          <a:prstGeom prst="roundRect">
            <a:avLst>
              <a:gd name="adj" fmla="val 9524"/>
            </a:avLst>
          </a:prstGeom>
          <a:solidFill>
            <a:srgbClr val="FFE7DE"/>
          </a:solidFill>
          <a:ln w="9525">
            <a:solidFill>
              <a:srgbClr val="FFFFFF"/>
            </a:solidFill>
            <a:prstDash val="solid"/>
          </a:ln>
        </p:spPr>
      </p:sp>
      <p:sp>
        <p:nvSpPr>
          <p:cNvPr id="136" name="F8-facts-cell4-3">
            <a:extLst>
              <a:ext uri="{FF2B5EF4-FFF2-40B4-BE49-F238E27FC236}">
                <a16:creationId xmlns:a16="http://schemas.microsoft.com/office/drawing/2014/main" id="{28C31B6E-BF83-46E8-96DC-DD2EAA0CD305}"/>
              </a:ext>
            </a:extLst>
          </p:cNvPr>
          <p:cNvSpPr>
            <a:spLocks noGrp="1"/>
          </p:cNvSpPr>
          <p:nvPr/>
        </p:nvSpPr>
        <p:spPr>
          <a:xfrm>
            <a:off x="15559771" y="4513755"/>
            <a:ext cx="733425" cy="200025"/>
          </a:xfrm>
          <a:prstGeom prst="roundRect">
            <a:avLst>
              <a:gd name="adj" fmla="val 9524"/>
            </a:avLst>
          </a:prstGeom>
          <a:solidFill>
            <a:srgbClr val="FFE7DE"/>
          </a:solidFill>
          <a:ln w="9525">
            <a:solidFill>
              <a:srgbClr val="FFFFFF"/>
            </a:solidFill>
            <a:prstDash val="solid"/>
          </a:ln>
        </p:spPr>
      </p:sp>
      <p:sp>
        <p:nvSpPr>
          <p:cNvPr id="137" name="F8-facts-cell5-0">
            <a:extLst>
              <a:ext uri="{FF2B5EF4-FFF2-40B4-BE49-F238E27FC236}">
                <a16:creationId xmlns:a16="http://schemas.microsoft.com/office/drawing/2014/main" id="{67857181-1825-4756-8983-AA0C7B5108CB}"/>
              </a:ext>
            </a:extLst>
          </p:cNvPr>
          <p:cNvSpPr>
            <a:spLocks noGrp="1"/>
          </p:cNvSpPr>
          <p:nvPr/>
        </p:nvSpPr>
        <p:spPr>
          <a:xfrm>
            <a:off x="12464146" y="4732830"/>
            <a:ext cx="1247775" cy="200025"/>
          </a:xfrm>
          <a:prstGeom prst="roundRect">
            <a:avLst>
              <a:gd name="adj" fmla="val 9524"/>
            </a:avLst>
          </a:prstGeom>
          <a:solidFill>
            <a:srgbClr val="FFE7DE"/>
          </a:solidFill>
          <a:ln w="9525">
            <a:solidFill>
              <a:srgbClr val="FFFFFF"/>
            </a:solidFill>
            <a:prstDash val="solid"/>
          </a:ln>
        </p:spPr>
      </p:sp>
      <p:sp>
        <p:nvSpPr>
          <p:cNvPr id="138" name="F8-facts-cell5-1">
            <a:extLst>
              <a:ext uri="{FF2B5EF4-FFF2-40B4-BE49-F238E27FC236}">
                <a16:creationId xmlns:a16="http://schemas.microsoft.com/office/drawing/2014/main" id="{A851B2C4-7124-4983-A2BB-6760F5FFC6DA}"/>
              </a:ext>
            </a:extLst>
          </p:cNvPr>
          <p:cNvSpPr>
            <a:spLocks noGrp="1"/>
          </p:cNvSpPr>
          <p:nvPr/>
        </p:nvSpPr>
        <p:spPr>
          <a:xfrm>
            <a:off x="13730971" y="4732830"/>
            <a:ext cx="971550" cy="200025"/>
          </a:xfrm>
          <a:prstGeom prst="roundRect">
            <a:avLst>
              <a:gd name="adj" fmla="val 9524"/>
            </a:avLst>
          </a:prstGeom>
          <a:solidFill>
            <a:srgbClr val="FFE7DE"/>
          </a:solidFill>
          <a:ln w="9525">
            <a:solidFill>
              <a:srgbClr val="FFFFFF"/>
            </a:solidFill>
            <a:prstDash val="solid"/>
          </a:ln>
        </p:spPr>
      </p:sp>
      <p:sp>
        <p:nvSpPr>
          <p:cNvPr id="139" name="F8-facts-cell5-2">
            <a:extLst>
              <a:ext uri="{FF2B5EF4-FFF2-40B4-BE49-F238E27FC236}">
                <a16:creationId xmlns:a16="http://schemas.microsoft.com/office/drawing/2014/main" id="{A243DF38-84A4-44DA-8F71-A4082DA932E5}"/>
              </a:ext>
            </a:extLst>
          </p:cNvPr>
          <p:cNvSpPr>
            <a:spLocks noGrp="1"/>
          </p:cNvSpPr>
          <p:nvPr/>
        </p:nvSpPr>
        <p:spPr>
          <a:xfrm>
            <a:off x="14721571" y="4732830"/>
            <a:ext cx="819150" cy="200025"/>
          </a:xfrm>
          <a:prstGeom prst="roundRect">
            <a:avLst>
              <a:gd name="adj" fmla="val 9524"/>
            </a:avLst>
          </a:prstGeom>
          <a:solidFill>
            <a:srgbClr val="FFE7DE"/>
          </a:solidFill>
          <a:ln w="9525">
            <a:solidFill>
              <a:srgbClr val="FFFFFF"/>
            </a:solidFill>
            <a:prstDash val="solid"/>
          </a:ln>
        </p:spPr>
      </p:sp>
      <p:sp>
        <p:nvSpPr>
          <p:cNvPr id="140" name="F8-facts-cell5-3">
            <a:extLst>
              <a:ext uri="{FF2B5EF4-FFF2-40B4-BE49-F238E27FC236}">
                <a16:creationId xmlns:a16="http://schemas.microsoft.com/office/drawing/2014/main" id="{6748A2AB-C93B-4729-B932-69894B9BB379}"/>
              </a:ext>
            </a:extLst>
          </p:cNvPr>
          <p:cNvSpPr>
            <a:spLocks noGrp="1"/>
          </p:cNvSpPr>
          <p:nvPr/>
        </p:nvSpPr>
        <p:spPr>
          <a:xfrm>
            <a:off x="15559771" y="4732830"/>
            <a:ext cx="733425" cy="200025"/>
          </a:xfrm>
          <a:prstGeom prst="roundRect">
            <a:avLst>
              <a:gd name="adj" fmla="val 9524"/>
            </a:avLst>
          </a:prstGeom>
          <a:solidFill>
            <a:srgbClr val="FFE7DE"/>
          </a:solidFill>
          <a:ln w="9525">
            <a:solidFill>
              <a:srgbClr val="FFFFFF"/>
            </a:solidFill>
            <a:prstDash val="solid"/>
          </a:ln>
        </p:spPr>
      </p:sp>
      <p:sp>
        <p:nvSpPr>
          <p:cNvPr id="141" name="F8-facts-cell6-0">
            <a:extLst>
              <a:ext uri="{FF2B5EF4-FFF2-40B4-BE49-F238E27FC236}">
                <a16:creationId xmlns:a16="http://schemas.microsoft.com/office/drawing/2014/main" id="{79B105C9-AF1E-43E0-9F4C-EDA2EB1B9D1D}"/>
              </a:ext>
            </a:extLst>
          </p:cNvPr>
          <p:cNvSpPr>
            <a:spLocks noGrp="1"/>
          </p:cNvSpPr>
          <p:nvPr/>
        </p:nvSpPr>
        <p:spPr>
          <a:xfrm>
            <a:off x="12464146" y="4951905"/>
            <a:ext cx="1247775" cy="200025"/>
          </a:xfrm>
          <a:prstGeom prst="roundRect">
            <a:avLst>
              <a:gd name="adj" fmla="val 9524"/>
            </a:avLst>
          </a:prstGeom>
          <a:solidFill>
            <a:srgbClr val="FFE7DE"/>
          </a:solidFill>
          <a:ln w="9525">
            <a:solidFill>
              <a:srgbClr val="FFFFFF"/>
            </a:solidFill>
            <a:prstDash val="solid"/>
          </a:ln>
        </p:spPr>
      </p:sp>
      <p:sp>
        <p:nvSpPr>
          <p:cNvPr id="142" name="F8-facts-cell6-1">
            <a:extLst>
              <a:ext uri="{FF2B5EF4-FFF2-40B4-BE49-F238E27FC236}">
                <a16:creationId xmlns:a16="http://schemas.microsoft.com/office/drawing/2014/main" id="{8DFCDA43-14DC-4BB6-AB3F-DE9812A8E976}"/>
              </a:ext>
            </a:extLst>
          </p:cNvPr>
          <p:cNvSpPr>
            <a:spLocks noGrp="1"/>
          </p:cNvSpPr>
          <p:nvPr/>
        </p:nvSpPr>
        <p:spPr>
          <a:xfrm>
            <a:off x="13730971" y="4951905"/>
            <a:ext cx="971550" cy="200025"/>
          </a:xfrm>
          <a:prstGeom prst="roundRect">
            <a:avLst>
              <a:gd name="adj" fmla="val 9524"/>
            </a:avLst>
          </a:prstGeom>
          <a:solidFill>
            <a:srgbClr val="FFE7DE"/>
          </a:solidFill>
          <a:ln w="9525">
            <a:solidFill>
              <a:srgbClr val="FFFFFF"/>
            </a:solidFill>
            <a:prstDash val="solid"/>
          </a:ln>
        </p:spPr>
      </p:sp>
      <p:sp>
        <p:nvSpPr>
          <p:cNvPr id="143" name="F8-facts-cell6-2">
            <a:extLst>
              <a:ext uri="{FF2B5EF4-FFF2-40B4-BE49-F238E27FC236}">
                <a16:creationId xmlns:a16="http://schemas.microsoft.com/office/drawing/2014/main" id="{F3559292-8096-407E-B509-D68E6861A2E7}"/>
              </a:ext>
            </a:extLst>
          </p:cNvPr>
          <p:cNvSpPr>
            <a:spLocks noGrp="1"/>
          </p:cNvSpPr>
          <p:nvPr/>
        </p:nvSpPr>
        <p:spPr>
          <a:xfrm>
            <a:off x="14721571" y="4951905"/>
            <a:ext cx="819150" cy="200025"/>
          </a:xfrm>
          <a:prstGeom prst="roundRect">
            <a:avLst>
              <a:gd name="adj" fmla="val 9524"/>
            </a:avLst>
          </a:prstGeom>
          <a:solidFill>
            <a:srgbClr val="FFE7DE"/>
          </a:solidFill>
          <a:ln w="9525">
            <a:solidFill>
              <a:srgbClr val="FFFFFF"/>
            </a:solidFill>
            <a:prstDash val="solid"/>
          </a:ln>
        </p:spPr>
      </p:sp>
      <p:sp>
        <p:nvSpPr>
          <p:cNvPr id="144" name="F8-facts-cell6-3">
            <a:extLst>
              <a:ext uri="{FF2B5EF4-FFF2-40B4-BE49-F238E27FC236}">
                <a16:creationId xmlns:a16="http://schemas.microsoft.com/office/drawing/2014/main" id="{81BD8C8E-4E7F-4FA7-8B06-AA4F7C26AB21}"/>
              </a:ext>
            </a:extLst>
          </p:cNvPr>
          <p:cNvSpPr>
            <a:spLocks noGrp="1"/>
          </p:cNvSpPr>
          <p:nvPr/>
        </p:nvSpPr>
        <p:spPr>
          <a:xfrm>
            <a:off x="15559771" y="4951905"/>
            <a:ext cx="733425" cy="200025"/>
          </a:xfrm>
          <a:prstGeom prst="roundRect">
            <a:avLst>
              <a:gd name="adj" fmla="val 9524"/>
            </a:avLst>
          </a:prstGeom>
          <a:solidFill>
            <a:srgbClr val="FFE7DE"/>
          </a:solidFill>
          <a:ln w="9525">
            <a:solidFill>
              <a:srgbClr val="FFFFFF"/>
            </a:solidFill>
            <a:prstDash val="solid"/>
          </a:ln>
        </p:spPr>
      </p:sp>
      <p:sp>
        <p:nvSpPr>
          <p:cNvPr id="145" name="F8-facts-cell7-0">
            <a:extLst>
              <a:ext uri="{FF2B5EF4-FFF2-40B4-BE49-F238E27FC236}">
                <a16:creationId xmlns:a16="http://schemas.microsoft.com/office/drawing/2014/main" id="{AA815DB0-CA1C-4AA1-A52C-ED3C5A2B64F1}"/>
              </a:ext>
            </a:extLst>
          </p:cNvPr>
          <p:cNvSpPr>
            <a:spLocks noGrp="1"/>
          </p:cNvSpPr>
          <p:nvPr/>
        </p:nvSpPr>
        <p:spPr>
          <a:xfrm>
            <a:off x="12464146" y="5170980"/>
            <a:ext cx="1247775" cy="200025"/>
          </a:xfrm>
          <a:prstGeom prst="roundRect">
            <a:avLst>
              <a:gd name="adj" fmla="val 9524"/>
            </a:avLst>
          </a:prstGeom>
          <a:solidFill>
            <a:srgbClr val="E4ECFF"/>
          </a:solidFill>
          <a:ln w="9525">
            <a:solidFill>
              <a:srgbClr val="FFFFFF"/>
            </a:solidFill>
            <a:prstDash val="solid"/>
          </a:ln>
        </p:spPr>
      </p:sp>
      <p:sp>
        <p:nvSpPr>
          <p:cNvPr id="146" name="F8-facts-cell7-1">
            <a:extLst>
              <a:ext uri="{FF2B5EF4-FFF2-40B4-BE49-F238E27FC236}">
                <a16:creationId xmlns:a16="http://schemas.microsoft.com/office/drawing/2014/main" id="{B1DE6FC8-8F9B-47AB-B245-29DE996BF248}"/>
              </a:ext>
            </a:extLst>
          </p:cNvPr>
          <p:cNvSpPr>
            <a:spLocks noGrp="1"/>
          </p:cNvSpPr>
          <p:nvPr/>
        </p:nvSpPr>
        <p:spPr>
          <a:xfrm>
            <a:off x="13730971" y="5170980"/>
            <a:ext cx="971550" cy="200025"/>
          </a:xfrm>
          <a:prstGeom prst="roundRect">
            <a:avLst>
              <a:gd name="adj" fmla="val 9524"/>
            </a:avLst>
          </a:prstGeom>
          <a:solidFill>
            <a:srgbClr val="E4ECFF"/>
          </a:solidFill>
          <a:ln w="9525">
            <a:solidFill>
              <a:srgbClr val="FFFFFF"/>
            </a:solidFill>
            <a:prstDash val="solid"/>
          </a:ln>
        </p:spPr>
      </p:sp>
      <p:sp>
        <p:nvSpPr>
          <p:cNvPr id="147" name="F8-facts-cell7-2">
            <a:extLst>
              <a:ext uri="{FF2B5EF4-FFF2-40B4-BE49-F238E27FC236}">
                <a16:creationId xmlns:a16="http://schemas.microsoft.com/office/drawing/2014/main" id="{7E50BE13-8905-4F96-A008-131B0251894E}"/>
              </a:ext>
            </a:extLst>
          </p:cNvPr>
          <p:cNvSpPr>
            <a:spLocks noGrp="1"/>
          </p:cNvSpPr>
          <p:nvPr/>
        </p:nvSpPr>
        <p:spPr>
          <a:xfrm>
            <a:off x="14721571" y="5170980"/>
            <a:ext cx="819150" cy="200025"/>
          </a:xfrm>
          <a:prstGeom prst="roundRect">
            <a:avLst>
              <a:gd name="adj" fmla="val 9524"/>
            </a:avLst>
          </a:prstGeom>
          <a:solidFill>
            <a:srgbClr val="E4ECFF"/>
          </a:solidFill>
          <a:ln w="9525">
            <a:solidFill>
              <a:srgbClr val="FFFFFF"/>
            </a:solidFill>
            <a:prstDash val="solid"/>
          </a:ln>
        </p:spPr>
      </p:sp>
      <p:sp>
        <p:nvSpPr>
          <p:cNvPr id="148" name="F8-facts-cell7-3">
            <a:extLst>
              <a:ext uri="{FF2B5EF4-FFF2-40B4-BE49-F238E27FC236}">
                <a16:creationId xmlns:a16="http://schemas.microsoft.com/office/drawing/2014/main" id="{CDD03D74-30AC-419B-A912-EC247937D91C}"/>
              </a:ext>
            </a:extLst>
          </p:cNvPr>
          <p:cNvSpPr>
            <a:spLocks noGrp="1"/>
          </p:cNvSpPr>
          <p:nvPr/>
        </p:nvSpPr>
        <p:spPr>
          <a:xfrm>
            <a:off x="15559771" y="5170980"/>
            <a:ext cx="733425" cy="200025"/>
          </a:xfrm>
          <a:prstGeom prst="roundRect">
            <a:avLst>
              <a:gd name="adj" fmla="val 9524"/>
            </a:avLst>
          </a:prstGeom>
          <a:solidFill>
            <a:srgbClr val="E4ECFF"/>
          </a:solidFill>
          <a:ln w="9525">
            <a:solidFill>
              <a:srgbClr val="FFFFFF"/>
            </a:solidFill>
            <a:prstDash val="solid"/>
          </a:ln>
        </p:spPr>
      </p:sp>
      <p:sp>
        <p:nvSpPr>
          <p:cNvPr id="149" name="F8-facts-cell8-0">
            <a:extLst>
              <a:ext uri="{FF2B5EF4-FFF2-40B4-BE49-F238E27FC236}">
                <a16:creationId xmlns:a16="http://schemas.microsoft.com/office/drawing/2014/main" id="{EBE12BA8-860B-41D8-9F0A-FC0E2D0059FF}"/>
              </a:ext>
            </a:extLst>
          </p:cNvPr>
          <p:cNvSpPr>
            <a:spLocks noGrp="1"/>
          </p:cNvSpPr>
          <p:nvPr/>
        </p:nvSpPr>
        <p:spPr>
          <a:xfrm>
            <a:off x="12464146" y="5390055"/>
            <a:ext cx="1247775" cy="200025"/>
          </a:xfrm>
          <a:prstGeom prst="roundRect">
            <a:avLst>
              <a:gd name="adj" fmla="val 9524"/>
            </a:avLst>
          </a:prstGeom>
          <a:solidFill>
            <a:srgbClr val="E4ECFF"/>
          </a:solidFill>
          <a:ln w="9525">
            <a:solidFill>
              <a:srgbClr val="FFFFFF"/>
            </a:solidFill>
            <a:prstDash val="solid"/>
          </a:ln>
        </p:spPr>
      </p:sp>
      <p:sp>
        <p:nvSpPr>
          <p:cNvPr id="150" name="F8-facts-cell8-1">
            <a:extLst>
              <a:ext uri="{FF2B5EF4-FFF2-40B4-BE49-F238E27FC236}">
                <a16:creationId xmlns:a16="http://schemas.microsoft.com/office/drawing/2014/main" id="{356C326D-D3CD-45D6-B030-718F455CB8F4}"/>
              </a:ext>
            </a:extLst>
          </p:cNvPr>
          <p:cNvSpPr>
            <a:spLocks noGrp="1"/>
          </p:cNvSpPr>
          <p:nvPr/>
        </p:nvSpPr>
        <p:spPr>
          <a:xfrm>
            <a:off x="13730971" y="5390055"/>
            <a:ext cx="971550" cy="200025"/>
          </a:xfrm>
          <a:prstGeom prst="roundRect">
            <a:avLst>
              <a:gd name="adj" fmla="val 9524"/>
            </a:avLst>
          </a:prstGeom>
          <a:solidFill>
            <a:srgbClr val="E4ECFF"/>
          </a:solidFill>
          <a:ln w="9525">
            <a:solidFill>
              <a:srgbClr val="FFFFFF"/>
            </a:solidFill>
            <a:prstDash val="solid"/>
          </a:ln>
        </p:spPr>
      </p:sp>
      <p:sp>
        <p:nvSpPr>
          <p:cNvPr id="151" name="F8-facts-cell8-2">
            <a:extLst>
              <a:ext uri="{FF2B5EF4-FFF2-40B4-BE49-F238E27FC236}">
                <a16:creationId xmlns:a16="http://schemas.microsoft.com/office/drawing/2014/main" id="{B4603E3A-4537-4C86-87E2-61337A06B02F}"/>
              </a:ext>
            </a:extLst>
          </p:cNvPr>
          <p:cNvSpPr>
            <a:spLocks noGrp="1"/>
          </p:cNvSpPr>
          <p:nvPr/>
        </p:nvSpPr>
        <p:spPr>
          <a:xfrm>
            <a:off x="14721571" y="5390055"/>
            <a:ext cx="819150" cy="200025"/>
          </a:xfrm>
          <a:prstGeom prst="roundRect">
            <a:avLst>
              <a:gd name="adj" fmla="val 9524"/>
            </a:avLst>
          </a:prstGeom>
          <a:solidFill>
            <a:srgbClr val="E4ECFF"/>
          </a:solidFill>
          <a:ln w="9525">
            <a:solidFill>
              <a:srgbClr val="FFFFFF"/>
            </a:solidFill>
            <a:prstDash val="solid"/>
          </a:ln>
        </p:spPr>
      </p:sp>
      <p:sp>
        <p:nvSpPr>
          <p:cNvPr id="152" name="F8-facts-cell8-3">
            <a:extLst>
              <a:ext uri="{FF2B5EF4-FFF2-40B4-BE49-F238E27FC236}">
                <a16:creationId xmlns:a16="http://schemas.microsoft.com/office/drawing/2014/main" id="{F4872A25-01F3-4DCF-9C4D-0016EE0018AC}"/>
              </a:ext>
            </a:extLst>
          </p:cNvPr>
          <p:cNvSpPr>
            <a:spLocks noGrp="1"/>
          </p:cNvSpPr>
          <p:nvPr/>
        </p:nvSpPr>
        <p:spPr>
          <a:xfrm>
            <a:off x="15559771" y="5390055"/>
            <a:ext cx="733425" cy="200025"/>
          </a:xfrm>
          <a:prstGeom prst="roundRect">
            <a:avLst>
              <a:gd name="adj" fmla="val 9524"/>
            </a:avLst>
          </a:prstGeom>
          <a:solidFill>
            <a:srgbClr val="E4ECFF"/>
          </a:solidFill>
          <a:ln w="9525">
            <a:solidFill>
              <a:srgbClr val="FFFFFF"/>
            </a:solidFill>
            <a:prstDash val="solid"/>
          </a:ln>
        </p:spPr>
      </p:sp>
      <p:sp>
        <p:nvSpPr>
          <p:cNvPr id="28" name="U8-use">
            <a:extLst>
              <a:ext uri="{FF2B5EF4-FFF2-40B4-BE49-F238E27FC236}">
                <a16:creationId xmlns:a16="http://schemas.microsoft.com/office/drawing/2014/main" id="{35488C7A-1D93-4141-9881-6620D82EF897}"/>
              </a:ext>
            </a:extLst>
          </p:cNvPr>
          <p:cNvSpPr>
            <a:spLocks noGrp="1"/>
          </p:cNvSpPr>
          <p:nvPr/>
        </p:nvSpPr>
        <p:spPr>
          <a:xfrm>
            <a:off x="12454621" y="6262006"/>
            <a:ext cx="3848100" cy="876300"/>
          </a:xfrm>
          <a:prstGeom prst="roundRect">
            <a:avLst>
              <a:gd name="adj" fmla="val 2174"/>
            </a:avLst>
          </a:prstGeom>
          <a:solidFill>
            <a:srgbClr val="FFFFFF"/>
          </a:solidFill>
          <a:ln w="19050">
            <a:solidFill>
              <a:srgbClr val="171717"/>
            </a:solidFill>
            <a:prstDash val="solid"/>
          </a:ln>
        </p:spPr>
      </p:sp>
      <p:sp>
        <p:nvSpPr>
          <p:cNvPr id="153" name="U8-use-cell0-0">
            <a:extLst>
              <a:ext uri="{FF2B5EF4-FFF2-40B4-BE49-F238E27FC236}">
                <a16:creationId xmlns:a16="http://schemas.microsoft.com/office/drawing/2014/main" id="{50468AFD-2FD8-4461-9137-DE1E054C0A24}"/>
              </a:ext>
            </a:extLst>
          </p:cNvPr>
          <p:cNvSpPr>
            <a:spLocks noGrp="1"/>
          </p:cNvSpPr>
          <p:nvPr/>
        </p:nvSpPr>
        <p:spPr>
          <a:xfrm>
            <a:off x="12464146" y="6271531"/>
            <a:ext cx="2019300" cy="200025"/>
          </a:xfrm>
          <a:prstGeom prst="roundRect">
            <a:avLst>
              <a:gd name="adj" fmla="val 9524"/>
            </a:avLst>
          </a:prstGeom>
          <a:solidFill>
            <a:srgbClr val="D8B9EC"/>
          </a:solidFill>
          <a:ln w="9525">
            <a:solidFill>
              <a:srgbClr val="FFFFFF"/>
            </a:solidFill>
            <a:prstDash val="solid"/>
          </a:ln>
        </p:spPr>
      </p:sp>
      <p:sp>
        <p:nvSpPr>
          <p:cNvPr id="154" name="U8-use-cell0-1">
            <a:extLst>
              <a:ext uri="{FF2B5EF4-FFF2-40B4-BE49-F238E27FC236}">
                <a16:creationId xmlns:a16="http://schemas.microsoft.com/office/drawing/2014/main" id="{7276F77F-D782-46F1-8BDD-470A9DB922A9}"/>
              </a:ext>
            </a:extLst>
          </p:cNvPr>
          <p:cNvSpPr>
            <a:spLocks noGrp="1"/>
          </p:cNvSpPr>
          <p:nvPr/>
        </p:nvSpPr>
        <p:spPr>
          <a:xfrm>
            <a:off x="14502496" y="6271531"/>
            <a:ext cx="933450" cy="200025"/>
          </a:xfrm>
          <a:prstGeom prst="roundRect">
            <a:avLst>
              <a:gd name="adj" fmla="val 9524"/>
            </a:avLst>
          </a:prstGeom>
          <a:solidFill>
            <a:srgbClr val="D8B9EC"/>
          </a:solidFill>
          <a:ln w="9525">
            <a:solidFill>
              <a:srgbClr val="FFFFFF"/>
            </a:solidFill>
            <a:prstDash val="solid"/>
          </a:ln>
        </p:spPr>
      </p:sp>
      <p:sp>
        <p:nvSpPr>
          <p:cNvPr id="155" name="U8-use-cell0-2">
            <a:extLst>
              <a:ext uri="{FF2B5EF4-FFF2-40B4-BE49-F238E27FC236}">
                <a16:creationId xmlns:a16="http://schemas.microsoft.com/office/drawing/2014/main" id="{30C0A751-6AB8-44F9-ABBC-7F077B890D69}"/>
              </a:ext>
            </a:extLst>
          </p:cNvPr>
          <p:cNvSpPr>
            <a:spLocks noGrp="1"/>
          </p:cNvSpPr>
          <p:nvPr/>
        </p:nvSpPr>
        <p:spPr>
          <a:xfrm>
            <a:off x="15454996" y="6271531"/>
            <a:ext cx="838200" cy="200025"/>
          </a:xfrm>
          <a:prstGeom prst="roundRect">
            <a:avLst>
              <a:gd name="adj" fmla="val 9524"/>
            </a:avLst>
          </a:prstGeom>
          <a:solidFill>
            <a:srgbClr val="D8B9EC"/>
          </a:solidFill>
          <a:ln w="9525">
            <a:solidFill>
              <a:srgbClr val="FFFFFF"/>
            </a:solidFill>
            <a:prstDash val="solid"/>
          </a:ln>
        </p:spPr>
      </p:sp>
      <p:sp>
        <p:nvSpPr>
          <p:cNvPr id="156" name="U8-use-cell1-0">
            <a:extLst>
              <a:ext uri="{FF2B5EF4-FFF2-40B4-BE49-F238E27FC236}">
                <a16:creationId xmlns:a16="http://schemas.microsoft.com/office/drawing/2014/main" id="{D00B4219-DF4C-4CDA-9514-02684FA0068A}"/>
              </a:ext>
            </a:extLst>
          </p:cNvPr>
          <p:cNvSpPr>
            <a:spLocks noGrp="1"/>
          </p:cNvSpPr>
          <p:nvPr/>
        </p:nvSpPr>
        <p:spPr>
          <a:xfrm>
            <a:off x="12464146" y="6490606"/>
            <a:ext cx="2019300" cy="200025"/>
          </a:xfrm>
          <a:prstGeom prst="roundRect">
            <a:avLst>
              <a:gd name="adj" fmla="val 9524"/>
            </a:avLst>
          </a:prstGeom>
          <a:solidFill>
            <a:srgbClr val="EBE1F3"/>
          </a:solidFill>
          <a:ln w="9525">
            <a:solidFill>
              <a:srgbClr val="FFFFFF"/>
            </a:solidFill>
            <a:prstDash val="solid"/>
          </a:ln>
        </p:spPr>
      </p:sp>
      <p:sp>
        <p:nvSpPr>
          <p:cNvPr id="157" name="U8-use-cell1-1">
            <a:extLst>
              <a:ext uri="{FF2B5EF4-FFF2-40B4-BE49-F238E27FC236}">
                <a16:creationId xmlns:a16="http://schemas.microsoft.com/office/drawing/2014/main" id="{E58576E4-0E28-4069-B732-EF40ED2ED583}"/>
              </a:ext>
            </a:extLst>
          </p:cNvPr>
          <p:cNvSpPr>
            <a:spLocks noGrp="1"/>
          </p:cNvSpPr>
          <p:nvPr/>
        </p:nvSpPr>
        <p:spPr>
          <a:xfrm>
            <a:off x="14502496" y="6490606"/>
            <a:ext cx="933450" cy="200025"/>
          </a:xfrm>
          <a:prstGeom prst="roundRect">
            <a:avLst>
              <a:gd name="adj" fmla="val 9524"/>
            </a:avLst>
          </a:prstGeom>
          <a:solidFill>
            <a:srgbClr val="EBE1F3"/>
          </a:solidFill>
          <a:ln w="9525">
            <a:solidFill>
              <a:srgbClr val="FFFFFF"/>
            </a:solidFill>
            <a:prstDash val="solid"/>
          </a:ln>
        </p:spPr>
      </p:sp>
      <p:sp>
        <p:nvSpPr>
          <p:cNvPr id="158" name="U8-use-cell1-2">
            <a:extLst>
              <a:ext uri="{FF2B5EF4-FFF2-40B4-BE49-F238E27FC236}">
                <a16:creationId xmlns:a16="http://schemas.microsoft.com/office/drawing/2014/main" id="{342985C0-4A24-4618-B1E7-E7812E5A2E8C}"/>
              </a:ext>
            </a:extLst>
          </p:cNvPr>
          <p:cNvSpPr>
            <a:spLocks noGrp="1"/>
          </p:cNvSpPr>
          <p:nvPr/>
        </p:nvSpPr>
        <p:spPr>
          <a:xfrm>
            <a:off x="15454996" y="6490606"/>
            <a:ext cx="838200" cy="200025"/>
          </a:xfrm>
          <a:prstGeom prst="roundRect">
            <a:avLst>
              <a:gd name="adj" fmla="val 9524"/>
            </a:avLst>
          </a:prstGeom>
          <a:solidFill>
            <a:srgbClr val="EBE1F3"/>
          </a:solidFill>
          <a:ln w="9525">
            <a:solidFill>
              <a:srgbClr val="FFFFFF"/>
            </a:solidFill>
            <a:prstDash val="solid"/>
          </a:ln>
        </p:spPr>
      </p:sp>
      <p:sp>
        <p:nvSpPr>
          <p:cNvPr id="159" name="U8-use-cell2-0">
            <a:extLst>
              <a:ext uri="{FF2B5EF4-FFF2-40B4-BE49-F238E27FC236}">
                <a16:creationId xmlns:a16="http://schemas.microsoft.com/office/drawing/2014/main" id="{8AB64730-A645-4474-A70A-C0B13FCC89FA}"/>
              </a:ext>
            </a:extLst>
          </p:cNvPr>
          <p:cNvSpPr>
            <a:spLocks noGrp="1"/>
          </p:cNvSpPr>
          <p:nvPr/>
        </p:nvSpPr>
        <p:spPr>
          <a:xfrm>
            <a:off x="12464146" y="6709681"/>
            <a:ext cx="2019300" cy="200025"/>
          </a:xfrm>
          <a:prstGeom prst="roundRect">
            <a:avLst>
              <a:gd name="adj" fmla="val 9524"/>
            </a:avLst>
          </a:prstGeom>
          <a:solidFill>
            <a:srgbClr val="EBE1F3"/>
          </a:solidFill>
          <a:ln w="9525">
            <a:solidFill>
              <a:srgbClr val="FFFFFF"/>
            </a:solidFill>
            <a:prstDash val="solid"/>
          </a:ln>
        </p:spPr>
      </p:sp>
      <p:sp>
        <p:nvSpPr>
          <p:cNvPr id="160" name="U8-use-cell2-1">
            <a:extLst>
              <a:ext uri="{FF2B5EF4-FFF2-40B4-BE49-F238E27FC236}">
                <a16:creationId xmlns:a16="http://schemas.microsoft.com/office/drawing/2014/main" id="{87E9FCDA-01B5-4D48-B581-133AA7710CFF}"/>
              </a:ext>
            </a:extLst>
          </p:cNvPr>
          <p:cNvSpPr>
            <a:spLocks noGrp="1"/>
          </p:cNvSpPr>
          <p:nvPr/>
        </p:nvSpPr>
        <p:spPr>
          <a:xfrm>
            <a:off x="14502496" y="6709681"/>
            <a:ext cx="933450" cy="200025"/>
          </a:xfrm>
          <a:prstGeom prst="roundRect">
            <a:avLst>
              <a:gd name="adj" fmla="val 9524"/>
            </a:avLst>
          </a:prstGeom>
          <a:solidFill>
            <a:srgbClr val="EBE1F3"/>
          </a:solidFill>
          <a:ln w="9525">
            <a:solidFill>
              <a:srgbClr val="FFFFFF"/>
            </a:solidFill>
            <a:prstDash val="solid"/>
          </a:ln>
        </p:spPr>
      </p:sp>
      <p:sp>
        <p:nvSpPr>
          <p:cNvPr id="161" name="U8-use-cell2-2">
            <a:extLst>
              <a:ext uri="{FF2B5EF4-FFF2-40B4-BE49-F238E27FC236}">
                <a16:creationId xmlns:a16="http://schemas.microsoft.com/office/drawing/2014/main" id="{671D3411-E622-4A5E-919D-C651CFA6601A}"/>
              </a:ext>
            </a:extLst>
          </p:cNvPr>
          <p:cNvSpPr>
            <a:spLocks noGrp="1"/>
          </p:cNvSpPr>
          <p:nvPr/>
        </p:nvSpPr>
        <p:spPr>
          <a:xfrm>
            <a:off x="15454996" y="6709681"/>
            <a:ext cx="838200" cy="200025"/>
          </a:xfrm>
          <a:prstGeom prst="roundRect">
            <a:avLst>
              <a:gd name="adj" fmla="val 9524"/>
            </a:avLst>
          </a:prstGeom>
          <a:solidFill>
            <a:srgbClr val="EBE1F3"/>
          </a:solidFill>
          <a:ln w="9525">
            <a:solidFill>
              <a:srgbClr val="FFFFFF"/>
            </a:solidFill>
            <a:prstDash val="solid"/>
          </a:ln>
        </p:spPr>
      </p:sp>
      <p:sp>
        <p:nvSpPr>
          <p:cNvPr id="162" name="U8-use-cell3-0">
            <a:extLst>
              <a:ext uri="{FF2B5EF4-FFF2-40B4-BE49-F238E27FC236}">
                <a16:creationId xmlns:a16="http://schemas.microsoft.com/office/drawing/2014/main" id="{4F2F9F1E-5AC9-4229-985B-247ECA0EA0A5}"/>
              </a:ext>
            </a:extLst>
          </p:cNvPr>
          <p:cNvSpPr>
            <a:spLocks noGrp="1"/>
          </p:cNvSpPr>
          <p:nvPr/>
        </p:nvSpPr>
        <p:spPr>
          <a:xfrm>
            <a:off x="12464146" y="6928756"/>
            <a:ext cx="2019300" cy="200025"/>
          </a:xfrm>
          <a:prstGeom prst="roundRect">
            <a:avLst>
              <a:gd name="adj" fmla="val 9524"/>
            </a:avLst>
          </a:prstGeom>
          <a:solidFill>
            <a:srgbClr val="EBE1F3"/>
          </a:solidFill>
          <a:ln w="9525">
            <a:solidFill>
              <a:srgbClr val="FFFFFF"/>
            </a:solidFill>
            <a:prstDash val="solid"/>
          </a:ln>
        </p:spPr>
      </p:sp>
      <p:sp>
        <p:nvSpPr>
          <p:cNvPr id="163" name="U8-use-cell3-1">
            <a:extLst>
              <a:ext uri="{FF2B5EF4-FFF2-40B4-BE49-F238E27FC236}">
                <a16:creationId xmlns:a16="http://schemas.microsoft.com/office/drawing/2014/main" id="{20BEEA2B-1D7C-4E06-B769-D927CD969360}"/>
              </a:ext>
            </a:extLst>
          </p:cNvPr>
          <p:cNvSpPr>
            <a:spLocks noGrp="1"/>
          </p:cNvSpPr>
          <p:nvPr/>
        </p:nvSpPr>
        <p:spPr>
          <a:xfrm>
            <a:off x="14502496" y="6928756"/>
            <a:ext cx="933450" cy="200025"/>
          </a:xfrm>
          <a:prstGeom prst="roundRect">
            <a:avLst>
              <a:gd name="adj" fmla="val 9524"/>
            </a:avLst>
          </a:prstGeom>
          <a:solidFill>
            <a:srgbClr val="EBE1F3"/>
          </a:solidFill>
          <a:ln w="9525">
            <a:solidFill>
              <a:srgbClr val="FFFFFF"/>
            </a:solidFill>
            <a:prstDash val="solid"/>
          </a:ln>
        </p:spPr>
      </p:sp>
      <p:sp>
        <p:nvSpPr>
          <p:cNvPr id="164" name="U8-use-cell3-2">
            <a:extLst>
              <a:ext uri="{FF2B5EF4-FFF2-40B4-BE49-F238E27FC236}">
                <a16:creationId xmlns:a16="http://schemas.microsoft.com/office/drawing/2014/main" id="{30056F90-6E50-4AE0-90D5-7EDD176074DD}"/>
              </a:ext>
            </a:extLst>
          </p:cNvPr>
          <p:cNvSpPr>
            <a:spLocks noGrp="1"/>
          </p:cNvSpPr>
          <p:nvPr/>
        </p:nvSpPr>
        <p:spPr>
          <a:xfrm>
            <a:off x="15454996" y="6928756"/>
            <a:ext cx="838200" cy="200025"/>
          </a:xfrm>
          <a:prstGeom prst="roundRect">
            <a:avLst>
              <a:gd name="adj" fmla="val 9524"/>
            </a:avLst>
          </a:prstGeom>
          <a:solidFill>
            <a:srgbClr val="EBE1F3"/>
          </a:solidFill>
          <a:ln w="9525">
            <a:solidFill>
              <a:srgbClr val="FFFFFF"/>
            </a:solidFill>
            <a:prstDash val="solid"/>
          </a:ln>
        </p:spPr>
      </p:sp>
      <p:sp>
        <p:nvSpPr>
          <p:cNvPr id="29" name="U8-actions">
            <a:extLst>
              <a:ext uri="{FF2B5EF4-FFF2-40B4-BE49-F238E27FC236}">
                <a16:creationId xmlns:a16="http://schemas.microsoft.com/office/drawing/2014/main" id="{80C9DFF8-EE1B-44C1-9F74-588E01ECBCFE}"/>
              </a:ext>
            </a:extLst>
          </p:cNvPr>
          <p:cNvSpPr>
            <a:spLocks noGrp="1"/>
          </p:cNvSpPr>
          <p:nvPr/>
        </p:nvSpPr>
        <p:spPr>
          <a:xfrm>
            <a:off x="12454621" y="7262131"/>
            <a:ext cx="3848100" cy="457200"/>
          </a:xfrm>
          <a:prstGeom prst="roundRect">
            <a:avLst>
              <a:gd name="adj" fmla="val 4167"/>
            </a:avLst>
          </a:prstGeom>
          <a:solidFill>
            <a:srgbClr val="FFFFFF"/>
          </a:solidFill>
          <a:ln w="19050">
            <a:solidFill>
              <a:srgbClr val="171717"/>
            </a:solidFill>
            <a:prstDash val="solid"/>
          </a:ln>
        </p:spPr>
      </p:sp>
      <p:sp>
        <p:nvSpPr>
          <p:cNvPr id="165" name="U8-actions-cell0-0">
            <a:extLst>
              <a:ext uri="{FF2B5EF4-FFF2-40B4-BE49-F238E27FC236}">
                <a16:creationId xmlns:a16="http://schemas.microsoft.com/office/drawing/2014/main" id="{91DB9BD7-AEF2-4B85-A829-2BD977F040C4}"/>
              </a:ext>
            </a:extLst>
          </p:cNvPr>
          <p:cNvSpPr>
            <a:spLocks noGrp="1"/>
          </p:cNvSpPr>
          <p:nvPr/>
        </p:nvSpPr>
        <p:spPr>
          <a:xfrm>
            <a:off x="12464146" y="7271656"/>
            <a:ext cx="2219325" cy="209550"/>
          </a:xfrm>
          <a:prstGeom prst="roundRect">
            <a:avLst>
              <a:gd name="adj" fmla="val 9091"/>
            </a:avLst>
          </a:prstGeom>
          <a:solidFill>
            <a:srgbClr val="D8B9EC"/>
          </a:solidFill>
          <a:ln w="9525">
            <a:solidFill>
              <a:srgbClr val="FFFFFF"/>
            </a:solidFill>
            <a:prstDash val="solid"/>
          </a:ln>
        </p:spPr>
      </p:sp>
      <p:sp>
        <p:nvSpPr>
          <p:cNvPr id="166" name="U8-actions-cell0-1">
            <a:extLst>
              <a:ext uri="{FF2B5EF4-FFF2-40B4-BE49-F238E27FC236}">
                <a16:creationId xmlns:a16="http://schemas.microsoft.com/office/drawing/2014/main" id="{71E516D3-5C9C-40AF-AE7F-68481B664A91}"/>
              </a:ext>
            </a:extLst>
          </p:cNvPr>
          <p:cNvSpPr>
            <a:spLocks noGrp="1"/>
          </p:cNvSpPr>
          <p:nvPr/>
        </p:nvSpPr>
        <p:spPr>
          <a:xfrm>
            <a:off x="14702521" y="7271656"/>
            <a:ext cx="790575" cy="209550"/>
          </a:xfrm>
          <a:prstGeom prst="roundRect">
            <a:avLst>
              <a:gd name="adj" fmla="val 9091"/>
            </a:avLst>
          </a:prstGeom>
          <a:solidFill>
            <a:srgbClr val="D8B9EC"/>
          </a:solidFill>
          <a:ln w="9525">
            <a:solidFill>
              <a:srgbClr val="FFFFFF"/>
            </a:solidFill>
            <a:prstDash val="solid"/>
          </a:ln>
        </p:spPr>
      </p:sp>
      <p:sp>
        <p:nvSpPr>
          <p:cNvPr id="167" name="U8-actions-cell0-2">
            <a:extLst>
              <a:ext uri="{FF2B5EF4-FFF2-40B4-BE49-F238E27FC236}">
                <a16:creationId xmlns:a16="http://schemas.microsoft.com/office/drawing/2014/main" id="{DFFB63BD-75B7-4274-88E8-A47B65597458}"/>
              </a:ext>
            </a:extLst>
          </p:cNvPr>
          <p:cNvSpPr>
            <a:spLocks noGrp="1"/>
          </p:cNvSpPr>
          <p:nvPr/>
        </p:nvSpPr>
        <p:spPr>
          <a:xfrm>
            <a:off x="15512146" y="7271656"/>
            <a:ext cx="781050" cy="209550"/>
          </a:xfrm>
          <a:prstGeom prst="roundRect">
            <a:avLst>
              <a:gd name="adj" fmla="val 9091"/>
            </a:avLst>
          </a:prstGeom>
          <a:solidFill>
            <a:srgbClr val="D8B9EC"/>
          </a:solidFill>
          <a:ln w="9525">
            <a:solidFill>
              <a:srgbClr val="FFFFFF"/>
            </a:solidFill>
            <a:prstDash val="solid"/>
          </a:ln>
        </p:spPr>
      </p:sp>
      <p:sp>
        <p:nvSpPr>
          <p:cNvPr id="168" name="U8-actions-cell1-0">
            <a:extLst>
              <a:ext uri="{FF2B5EF4-FFF2-40B4-BE49-F238E27FC236}">
                <a16:creationId xmlns:a16="http://schemas.microsoft.com/office/drawing/2014/main" id="{62310293-FEE4-4966-904E-6CF235BB0FBB}"/>
              </a:ext>
            </a:extLst>
          </p:cNvPr>
          <p:cNvSpPr>
            <a:spLocks noGrp="1"/>
          </p:cNvSpPr>
          <p:nvPr/>
        </p:nvSpPr>
        <p:spPr>
          <a:xfrm>
            <a:off x="12464146" y="7500256"/>
            <a:ext cx="2219325" cy="209550"/>
          </a:xfrm>
          <a:prstGeom prst="roundRect">
            <a:avLst>
              <a:gd name="adj" fmla="val 9091"/>
            </a:avLst>
          </a:prstGeom>
          <a:solidFill>
            <a:srgbClr val="EBE1F3"/>
          </a:solidFill>
          <a:ln w="9525">
            <a:solidFill>
              <a:srgbClr val="FFFFFF"/>
            </a:solidFill>
            <a:prstDash val="solid"/>
          </a:ln>
        </p:spPr>
      </p:sp>
      <p:sp>
        <p:nvSpPr>
          <p:cNvPr id="169" name="U8-actions-cell1-1">
            <a:extLst>
              <a:ext uri="{FF2B5EF4-FFF2-40B4-BE49-F238E27FC236}">
                <a16:creationId xmlns:a16="http://schemas.microsoft.com/office/drawing/2014/main" id="{98688589-CA0C-4643-8CA2-16A5533EC363}"/>
              </a:ext>
            </a:extLst>
          </p:cNvPr>
          <p:cNvSpPr>
            <a:spLocks noGrp="1"/>
          </p:cNvSpPr>
          <p:nvPr/>
        </p:nvSpPr>
        <p:spPr>
          <a:xfrm>
            <a:off x="14702521" y="7500256"/>
            <a:ext cx="790575" cy="209550"/>
          </a:xfrm>
          <a:prstGeom prst="roundRect">
            <a:avLst>
              <a:gd name="adj" fmla="val 9091"/>
            </a:avLst>
          </a:prstGeom>
          <a:solidFill>
            <a:srgbClr val="EBE1F3"/>
          </a:solidFill>
          <a:ln w="9525">
            <a:solidFill>
              <a:srgbClr val="FFFFFF"/>
            </a:solidFill>
            <a:prstDash val="solid"/>
          </a:ln>
        </p:spPr>
      </p:sp>
      <p:sp>
        <p:nvSpPr>
          <p:cNvPr id="170" name="U8-actions-cell1-2">
            <a:extLst>
              <a:ext uri="{FF2B5EF4-FFF2-40B4-BE49-F238E27FC236}">
                <a16:creationId xmlns:a16="http://schemas.microsoft.com/office/drawing/2014/main" id="{77FAEEF0-A8B9-432D-A372-CF1C3CA0BBD7}"/>
              </a:ext>
            </a:extLst>
          </p:cNvPr>
          <p:cNvSpPr>
            <a:spLocks noGrp="1"/>
          </p:cNvSpPr>
          <p:nvPr/>
        </p:nvSpPr>
        <p:spPr>
          <a:xfrm>
            <a:off x="15512146" y="7500256"/>
            <a:ext cx="781050" cy="209550"/>
          </a:xfrm>
          <a:prstGeom prst="roundRect">
            <a:avLst>
              <a:gd name="adj" fmla="val 9091"/>
            </a:avLst>
          </a:prstGeom>
          <a:solidFill>
            <a:srgbClr val="EBE1F3"/>
          </a:solidFill>
          <a:ln w="9525">
            <a:solidFill>
              <a:srgbClr val="FFFFFF"/>
            </a:solidFill>
            <a:prstDash val="solid"/>
          </a:ln>
        </p:spPr>
      </p:sp>
      <p:sp>
        <p:nvSpPr>
          <p:cNvPr id="30" name="DIALOG-agent">
            <a:extLst>
              <a:ext uri="{FF2B5EF4-FFF2-40B4-BE49-F238E27FC236}">
                <a16:creationId xmlns:a16="http://schemas.microsoft.com/office/drawing/2014/main" id="{A857D4A8-9E77-4EAE-B4AC-CF8EE5FF3B57}"/>
              </a:ext>
            </a:extLst>
          </p:cNvPr>
          <p:cNvSpPr>
            <a:spLocks noGrp="1"/>
          </p:cNvSpPr>
          <p:nvPr/>
        </p:nvSpPr>
        <p:spPr>
          <a:xfrm>
            <a:off x="4994061" y="623495"/>
            <a:ext cx="1513386" cy="571500"/>
          </a:xfrm>
          <a:prstGeom prst="roundRect">
            <a:avLst>
              <a:gd name="adj" fmla="val 8333"/>
            </a:avLst>
          </a:prstGeom>
          <a:solidFill>
            <a:srgbClr val="FFFFFF"/>
          </a:solidFill>
          <a:ln w="23813">
            <a:solidFill>
              <a:srgbClr val="171717"/>
            </a:solidFill>
            <a:prstDash val="solid"/>
          </a:ln>
        </p:spPr>
      </p:sp>
      <p:sp>
        <p:nvSpPr>
          <p:cNvPr id="32" name="PLAN-selector">
            <a:extLst>
              <a:ext uri="{FF2B5EF4-FFF2-40B4-BE49-F238E27FC236}">
                <a16:creationId xmlns:a16="http://schemas.microsoft.com/office/drawing/2014/main" id="{EA76B6F2-54FF-46F6-850D-BBBD93CAF7ED}"/>
              </a:ext>
            </a:extLst>
          </p:cNvPr>
          <p:cNvSpPr>
            <a:spLocks noGrp="1"/>
          </p:cNvSpPr>
          <p:nvPr/>
        </p:nvSpPr>
        <p:spPr>
          <a:xfrm>
            <a:off x="9603770" y="577918"/>
            <a:ext cx="1777244" cy="571500"/>
          </a:xfrm>
          <a:prstGeom prst="roundRect">
            <a:avLst>
              <a:gd name="adj" fmla="val 8333"/>
            </a:avLst>
          </a:prstGeom>
          <a:solidFill>
            <a:schemeClr val="accent1">
              <a:lumMod val="20000"/>
              <a:lumOff val="80000"/>
            </a:schemeClr>
          </a:solidFill>
          <a:ln w="23813">
            <a:solidFill>
              <a:srgbClr val="171717"/>
            </a:solidFill>
            <a:prstDash val="solid"/>
          </a:ln>
        </p:spPr>
      </p:sp>
      <p:sp>
        <p:nvSpPr>
          <p:cNvPr id="33" name="PERF-memory-in">
            <a:extLst>
              <a:ext uri="{FF2B5EF4-FFF2-40B4-BE49-F238E27FC236}">
                <a16:creationId xmlns:a16="http://schemas.microsoft.com/office/drawing/2014/main" id="{E8976239-76EC-4DFE-AA81-C44771215BDC}"/>
              </a:ext>
            </a:extLst>
          </p:cNvPr>
          <p:cNvSpPr>
            <a:spLocks noGrp="1"/>
          </p:cNvSpPr>
          <p:nvPr/>
        </p:nvSpPr>
        <p:spPr>
          <a:xfrm>
            <a:off x="6019199" y="5988034"/>
            <a:ext cx="1202" cy="953"/>
          </a:xfrm>
          <a:prstGeom prst="roundRect">
            <a:avLst>
              <a:gd name="adj" fmla="val 0"/>
            </a:avLst>
          </a:prstGeom>
          <a:noFill/>
          <a:ln w="0">
            <a:noFill/>
            <a:prstDash val="solid"/>
          </a:ln>
        </p:spPr>
      </p:sp>
      <p:sp>
        <p:nvSpPr>
          <p:cNvPr id="34" name="COMPACT-raw-end">
            <a:extLst>
              <a:ext uri="{FF2B5EF4-FFF2-40B4-BE49-F238E27FC236}">
                <a16:creationId xmlns:a16="http://schemas.microsoft.com/office/drawing/2014/main" id="{9FD87086-EF07-4C45-ACB3-7CBC93130751}"/>
              </a:ext>
            </a:extLst>
          </p:cNvPr>
          <p:cNvSpPr>
            <a:spLocks noGrp="1"/>
          </p:cNvSpPr>
          <p:nvPr/>
        </p:nvSpPr>
        <p:spPr>
          <a:xfrm>
            <a:off x="14378195" y="2398729"/>
            <a:ext cx="953" cy="953"/>
          </a:xfrm>
          <a:prstGeom prst="roundRect">
            <a:avLst>
              <a:gd name="adj" fmla="val 0"/>
            </a:avLst>
          </a:prstGeom>
          <a:noFill/>
          <a:ln w="0">
            <a:noFill/>
            <a:prstDash val="solid"/>
          </a:ln>
        </p:spPr>
      </p:sp>
      <p:sp>
        <p:nvSpPr>
          <p:cNvPr id="35" name="COMPACT-fact-write">
            <a:extLst>
              <a:ext uri="{FF2B5EF4-FFF2-40B4-BE49-F238E27FC236}">
                <a16:creationId xmlns:a16="http://schemas.microsoft.com/office/drawing/2014/main" id="{45A9E2DA-5242-43B9-94EB-655ABBA853AC}"/>
              </a:ext>
            </a:extLst>
          </p:cNvPr>
          <p:cNvSpPr>
            <a:spLocks noGrp="1"/>
          </p:cNvSpPr>
          <p:nvPr/>
        </p:nvSpPr>
        <p:spPr>
          <a:xfrm>
            <a:off x="14378195" y="3246454"/>
            <a:ext cx="953" cy="953"/>
          </a:xfrm>
          <a:prstGeom prst="roundRect">
            <a:avLst>
              <a:gd name="adj" fmla="val 0"/>
            </a:avLst>
          </a:prstGeom>
          <a:noFill/>
          <a:ln w="0">
            <a:noFill/>
            <a:prstDash val="solid"/>
          </a:ln>
        </p:spPr>
      </p:sp>
      <p:sp>
        <p:nvSpPr>
          <p:cNvPr id="36" name="READ-performance">
            <a:extLst>
              <a:ext uri="{FF2B5EF4-FFF2-40B4-BE49-F238E27FC236}">
                <a16:creationId xmlns:a16="http://schemas.microsoft.com/office/drawing/2014/main" id="{6FB76E1B-3D51-428C-935B-95C14A0C73F8}"/>
              </a:ext>
            </a:extLst>
          </p:cNvPr>
          <p:cNvSpPr>
            <a:spLocks noGrp="1"/>
          </p:cNvSpPr>
          <p:nvPr/>
        </p:nvSpPr>
        <p:spPr>
          <a:xfrm>
            <a:off x="11878561" y="3833336"/>
            <a:ext cx="953" cy="953"/>
          </a:xfrm>
          <a:prstGeom prst="roundRect">
            <a:avLst>
              <a:gd name="adj" fmla="val 0"/>
            </a:avLst>
          </a:prstGeom>
          <a:noFill/>
          <a:ln w="0">
            <a:noFill/>
            <a:prstDash val="solid"/>
          </a:ln>
        </p:spPr>
      </p:sp>
      <p:sp>
        <p:nvSpPr>
          <p:cNvPr id="37" name="READ-facts">
            <a:extLst>
              <a:ext uri="{FF2B5EF4-FFF2-40B4-BE49-F238E27FC236}">
                <a16:creationId xmlns:a16="http://schemas.microsoft.com/office/drawing/2014/main" id="{7997B6F4-4CC4-4D4C-845D-463ECE058DF9}"/>
              </a:ext>
            </a:extLst>
          </p:cNvPr>
          <p:cNvSpPr>
            <a:spLocks noGrp="1"/>
          </p:cNvSpPr>
          <p:nvPr/>
        </p:nvSpPr>
        <p:spPr>
          <a:xfrm>
            <a:off x="11878561" y="4433411"/>
            <a:ext cx="953" cy="953"/>
          </a:xfrm>
          <a:prstGeom prst="roundRect">
            <a:avLst>
              <a:gd name="adj" fmla="val 0"/>
            </a:avLst>
          </a:prstGeom>
          <a:noFill/>
          <a:ln w="0">
            <a:noFill/>
            <a:prstDash val="solid"/>
          </a:ln>
        </p:spPr>
      </p:sp>
      <p:sp>
        <p:nvSpPr>
          <p:cNvPr id="38" name="READ-efficiency">
            <a:extLst>
              <a:ext uri="{FF2B5EF4-FFF2-40B4-BE49-F238E27FC236}">
                <a16:creationId xmlns:a16="http://schemas.microsoft.com/office/drawing/2014/main" id="{EDA65E9E-7C3F-4A95-B24A-20C80BCF32E5}"/>
              </a:ext>
            </a:extLst>
          </p:cNvPr>
          <p:cNvSpPr>
            <a:spLocks noGrp="1"/>
          </p:cNvSpPr>
          <p:nvPr/>
        </p:nvSpPr>
        <p:spPr>
          <a:xfrm>
            <a:off x="11878561" y="6914674"/>
            <a:ext cx="953" cy="953"/>
          </a:xfrm>
          <a:prstGeom prst="roundRect">
            <a:avLst>
              <a:gd name="adj" fmla="val 0"/>
            </a:avLst>
          </a:prstGeom>
          <a:noFill/>
          <a:ln w="0">
            <a:noFill/>
            <a:prstDash val="solid"/>
          </a:ln>
        </p:spPr>
      </p:sp>
      <p:sp>
        <p:nvSpPr>
          <p:cNvPr id="39" name="READ-experience">
            <a:extLst>
              <a:ext uri="{FF2B5EF4-FFF2-40B4-BE49-F238E27FC236}">
                <a16:creationId xmlns:a16="http://schemas.microsoft.com/office/drawing/2014/main" id="{84FFFCF4-4739-49AB-B817-9B6C46E49D6E}"/>
              </a:ext>
            </a:extLst>
          </p:cNvPr>
          <p:cNvSpPr>
            <a:spLocks noGrp="1"/>
          </p:cNvSpPr>
          <p:nvPr/>
        </p:nvSpPr>
        <p:spPr>
          <a:xfrm>
            <a:off x="11878561" y="6781324"/>
            <a:ext cx="953" cy="953"/>
          </a:xfrm>
          <a:prstGeom prst="roundRect">
            <a:avLst>
              <a:gd name="adj" fmla="val 0"/>
            </a:avLst>
          </a:prstGeom>
          <a:noFill/>
          <a:ln w="0">
            <a:noFill/>
            <a:prstDash val="solid"/>
          </a:ln>
        </p:spPr>
      </p:sp>
      <p:sp>
        <p:nvSpPr>
          <p:cNvPr id="40" name="COST-record-out">
            <a:extLst>
              <a:ext uri="{FF2B5EF4-FFF2-40B4-BE49-F238E27FC236}">
                <a16:creationId xmlns:a16="http://schemas.microsoft.com/office/drawing/2014/main" id="{0C66D107-F345-4684-A927-F28750E78916}"/>
              </a:ext>
            </a:extLst>
          </p:cNvPr>
          <p:cNvSpPr>
            <a:spLocks noGrp="1"/>
          </p:cNvSpPr>
          <p:nvPr/>
        </p:nvSpPr>
        <p:spPr>
          <a:xfrm>
            <a:off x="11802361" y="7816834"/>
            <a:ext cx="953" cy="953"/>
          </a:xfrm>
          <a:prstGeom prst="roundRect">
            <a:avLst>
              <a:gd name="adj" fmla="val 0"/>
            </a:avLst>
          </a:prstGeom>
          <a:noFill/>
          <a:ln w="0">
            <a:noFill/>
            <a:prstDash val="solid"/>
          </a:ln>
        </p:spPr>
      </p:sp>
      <p:sp>
        <p:nvSpPr>
          <p:cNvPr id="41" name="DIALOG-q-out">
            <a:extLst>
              <a:ext uri="{FF2B5EF4-FFF2-40B4-BE49-F238E27FC236}">
                <a16:creationId xmlns:a16="http://schemas.microsoft.com/office/drawing/2014/main" id="{3039FBF4-E19E-42FC-8230-687D3A81EDCC}"/>
              </a:ext>
            </a:extLst>
          </p:cNvPr>
          <p:cNvSpPr>
            <a:spLocks noGrp="1"/>
          </p:cNvSpPr>
          <p:nvPr/>
        </p:nvSpPr>
        <p:spPr>
          <a:xfrm>
            <a:off x="3816563" y="765894"/>
            <a:ext cx="841" cy="953"/>
          </a:xfrm>
          <a:prstGeom prst="rect">
            <a:avLst/>
          </a:prstGeom>
          <a:noFill/>
          <a:ln w="0">
            <a:noFill/>
            <a:prstDash val="solid"/>
          </a:ln>
        </p:spPr>
      </p:sp>
      <p:sp>
        <p:nvSpPr>
          <p:cNvPr id="42" name="DIALOG-q-in">
            <a:extLst>
              <a:ext uri="{FF2B5EF4-FFF2-40B4-BE49-F238E27FC236}">
                <a16:creationId xmlns:a16="http://schemas.microsoft.com/office/drawing/2014/main" id="{E585A982-BE20-4FB7-95A0-778D49BEDF54}"/>
              </a:ext>
            </a:extLst>
          </p:cNvPr>
          <p:cNvSpPr>
            <a:spLocks noGrp="1"/>
          </p:cNvSpPr>
          <p:nvPr/>
        </p:nvSpPr>
        <p:spPr>
          <a:xfrm>
            <a:off x="4993640" y="765894"/>
            <a:ext cx="841" cy="953"/>
          </a:xfrm>
          <a:prstGeom prst="rect">
            <a:avLst/>
          </a:prstGeom>
          <a:noFill/>
          <a:ln w="0">
            <a:noFill/>
            <a:prstDash val="solid"/>
          </a:ln>
        </p:spPr>
      </p:sp>
      <p:sp>
        <p:nvSpPr>
          <p:cNvPr id="43" name="DIALOG-a-out">
            <a:extLst>
              <a:ext uri="{FF2B5EF4-FFF2-40B4-BE49-F238E27FC236}">
                <a16:creationId xmlns:a16="http://schemas.microsoft.com/office/drawing/2014/main" id="{3546B6D0-1677-402F-BA5D-161F87373AAF}"/>
              </a:ext>
            </a:extLst>
          </p:cNvPr>
          <p:cNvSpPr>
            <a:spLocks noGrp="1"/>
          </p:cNvSpPr>
          <p:nvPr/>
        </p:nvSpPr>
        <p:spPr>
          <a:xfrm>
            <a:off x="4993640" y="1051644"/>
            <a:ext cx="841" cy="953"/>
          </a:xfrm>
          <a:prstGeom prst="rect">
            <a:avLst/>
          </a:prstGeom>
          <a:noFill/>
          <a:ln w="0">
            <a:noFill/>
            <a:prstDash val="solid"/>
          </a:ln>
        </p:spPr>
      </p:sp>
      <p:sp>
        <p:nvSpPr>
          <p:cNvPr id="44" name="DIALOG-a-in">
            <a:extLst>
              <a:ext uri="{FF2B5EF4-FFF2-40B4-BE49-F238E27FC236}">
                <a16:creationId xmlns:a16="http://schemas.microsoft.com/office/drawing/2014/main" id="{F8E2364B-5F99-46BF-A1B3-465B3A9F659F}"/>
              </a:ext>
            </a:extLst>
          </p:cNvPr>
          <p:cNvSpPr>
            <a:spLocks noGrp="1"/>
          </p:cNvSpPr>
          <p:nvPr/>
        </p:nvSpPr>
        <p:spPr>
          <a:xfrm>
            <a:off x="3816563" y="1051644"/>
            <a:ext cx="841" cy="953"/>
          </a:xfrm>
          <a:prstGeom prst="rect">
            <a:avLst/>
          </a:prstGeom>
          <a:noFill/>
          <a:ln w="0">
            <a:noFill/>
            <a:prstDash val="solid"/>
          </a:ln>
        </p:spPr>
      </p:sp>
      <p:sp>
        <p:nvSpPr>
          <p:cNvPr id="45" name="DIALOG-query-out">
            <a:extLst>
              <a:ext uri="{FF2B5EF4-FFF2-40B4-BE49-F238E27FC236}">
                <a16:creationId xmlns:a16="http://schemas.microsoft.com/office/drawing/2014/main" id="{B543705A-37C9-4516-8C20-1759D3BD35F0}"/>
              </a:ext>
            </a:extLst>
          </p:cNvPr>
          <p:cNvSpPr>
            <a:spLocks noGrp="1"/>
          </p:cNvSpPr>
          <p:nvPr/>
        </p:nvSpPr>
        <p:spPr>
          <a:xfrm>
            <a:off x="6507026" y="765894"/>
            <a:ext cx="841" cy="953"/>
          </a:xfrm>
          <a:prstGeom prst="rect">
            <a:avLst/>
          </a:prstGeom>
          <a:noFill/>
          <a:ln w="0">
            <a:noFill/>
            <a:prstDash val="solid"/>
          </a:ln>
        </p:spPr>
      </p:sp>
      <p:sp>
        <p:nvSpPr>
          <p:cNvPr id="46" name="DIALOG-retrieved-in">
            <a:extLst>
              <a:ext uri="{FF2B5EF4-FFF2-40B4-BE49-F238E27FC236}">
                <a16:creationId xmlns:a16="http://schemas.microsoft.com/office/drawing/2014/main" id="{AAE76480-84C4-480A-A2FB-5B7552F45BBE}"/>
              </a:ext>
            </a:extLst>
          </p:cNvPr>
          <p:cNvSpPr>
            <a:spLocks noGrp="1"/>
          </p:cNvSpPr>
          <p:nvPr/>
        </p:nvSpPr>
        <p:spPr>
          <a:xfrm>
            <a:off x="6507026" y="1051644"/>
            <a:ext cx="841" cy="953"/>
          </a:xfrm>
          <a:prstGeom prst="rect">
            <a:avLst/>
          </a:prstGeom>
          <a:noFill/>
          <a:ln w="0">
            <a:noFill/>
            <a:prstDash val="solid"/>
          </a:ln>
        </p:spPr>
      </p:sp>
      <p:sp>
        <p:nvSpPr>
          <p:cNvPr id="47" name="DIALOG-return-bend">
            <a:extLst>
              <a:ext uri="{FF2B5EF4-FFF2-40B4-BE49-F238E27FC236}">
                <a16:creationId xmlns:a16="http://schemas.microsoft.com/office/drawing/2014/main" id="{033CEE18-D530-4F5F-B5C5-BEA6C3C9D93A}"/>
              </a:ext>
            </a:extLst>
          </p:cNvPr>
          <p:cNvSpPr>
            <a:spLocks noGrp="1"/>
          </p:cNvSpPr>
          <p:nvPr/>
        </p:nvSpPr>
        <p:spPr>
          <a:xfrm>
            <a:off x="8095015" y="1194281"/>
            <a:ext cx="841" cy="953"/>
          </a:xfrm>
          <a:prstGeom prst="rect">
            <a:avLst/>
          </a:prstGeom>
          <a:noFill/>
          <a:ln w="0">
            <a:noFill/>
            <a:prstDash val="solid"/>
          </a:ln>
        </p:spPr>
      </p:sp>
      <p:sp>
        <p:nvSpPr>
          <p:cNvPr id="48" name="PLAN-top-right">
            <a:extLst>
              <a:ext uri="{FF2B5EF4-FFF2-40B4-BE49-F238E27FC236}">
                <a16:creationId xmlns:a16="http://schemas.microsoft.com/office/drawing/2014/main" id="{956D84BC-86F4-4262-ADF8-2967B3A195B5}"/>
              </a:ext>
            </a:extLst>
          </p:cNvPr>
          <p:cNvSpPr>
            <a:spLocks noGrp="1"/>
          </p:cNvSpPr>
          <p:nvPr/>
        </p:nvSpPr>
        <p:spPr>
          <a:xfrm>
            <a:off x="10626798" y="1963329"/>
            <a:ext cx="841" cy="953"/>
          </a:xfrm>
          <a:prstGeom prst="rect">
            <a:avLst/>
          </a:prstGeom>
          <a:noFill/>
          <a:ln w="0">
            <a:noFill/>
            <a:prstDash val="solid"/>
          </a:ln>
        </p:spPr>
      </p:sp>
      <p:sp>
        <p:nvSpPr>
          <p:cNvPr id="49" name="PLAN-top-left">
            <a:extLst>
              <a:ext uri="{FF2B5EF4-FFF2-40B4-BE49-F238E27FC236}">
                <a16:creationId xmlns:a16="http://schemas.microsoft.com/office/drawing/2014/main" id="{611D5F03-B86D-468A-94AC-52311918506C}"/>
              </a:ext>
            </a:extLst>
          </p:cNvPr>
          <p:cNvSpPr>
            <a:spLocks noGrp="1"/>
          </p:cNvSpPr>
          <p:nvPr/>
        </p:nvSpPr>
        <p:spPr>
          <a:xfrm>
            <a:off x="369407" y="1963329"/>
            <a:ext cx="841" cy="953"/>
          </a:xfrm>
          <a:prstGeom prst="rect">
            <a:avLst/>
          </a:prstGeom>
          <a:noFill/>
          <a:ln w="0">
            <a:noFill/>
            <a:prstDash val="solid"/>
          </a:ln>
        </p:spPr>
      </p:sp>
      <p:sp>
        <p:nvSpPr>
          <p:cNvPr id="50" name="PLAN-first">
            <a:extLst>
              <a:ext uri="{FF2B5EF4-FFF2-40B4-BE49-F238E27FC236}">
                <a16:creationId xmlns:a16="http://schemas.microsoft.com/office/drawing/2014/main" id="{3DB77D6D-968A-4401-90EB-408F1F63D535}"/>
              </a:ext>
            </a:extLst>
          </p:cNvPr>
          <p:cNvSpPr>
            <a:spLocks noGrp="1"/>
          </p:cNvSpPr>
          <p:nvPr/>
        </p:nvSpPr>
        <p:spPr>
          <a:xfrm>
            <a:off x="369091" y="2241375"/>
            <a:ext cx="841" cy="953"/>
          </a:xfrm>
          <a:prstGeom prst="rect">
            <a:avLst/>
          </a:prstGeom>
          <a:noFill/>
          <a:ln w="0">
            <a:noFill/>
            <a:prstDash val="solid"/>
          </a:ln>
        </p:spPr>
      </p:sp>
      <p:sp>
        <p:nvSpPr>
          <p:cNvPr id="51" name="PLAN-independent">
            <a:extLst>
              <a:ext uri="{FF2B5EF4-FFF2-40B4-BE49-F238E27FC236}">
                <a16:creationId xmlns:a16="http://schemas.microsoft.com/office/drawing/2014/main" id="{77089D59-1BD5-49F5-8F9A-55FF3657C7F7}"/>
              </a:ext>
            </a:extLst>
          </p:cNvPr>
          <p:cNvSpPr>
            <a:spLocks noGrp="1"/>
          </p:cNvSpPr>
          <p:nvPr/>
        </p:nvSpPr>
        <p:spPr>
          <a:xfrm>
            <a:off x="369091" y="3508200"/>
            <a:ext cx="841" cy="953"/>
          </a:xfrm>
          <a:prstGeom prst="rect">
            <a:avLst/>
          </a:prstGeom>
          <a:noFill/>
          <a:ln w="0">
            <a:noFill/>
            <a:prstDash val="solid"/>
          </a:ln>
        </p:spPr>
      </p:sp>
      <p:sp>
        <p:nvSpPr>
          <p:cNvPr id="52" name="PLAN-dependent">
            <a:extLst>
              <a:ext uri="{FF2B5EF4-FFF2-40B4-BE49-F238E27FC236}">
                <a16:creationId xmlns:a16="http://schemas.microsoft.com/office/drawing/2014/main" id="{349DCC7F-1E73-4A0A-8426-81BD149B71B6}"/>
              </a:ext>
            </a:extLst>
          </p:cNvPr>
          <p:cNvSpPr>
            <a:spLocks noGrp="1"/>
          </p:cNvSpPr>
          <p:nvPr/>
        </p:nvSpPr>
        <p:spPr>
          <a:xfrm>
            <a:off x="369091" y="4798837"/>
            <a:ext cx="841" cy="953"/>
          </a:xfrm>
          <a:prstGeom prst="rect">
            <a:avLst/>
          </a:prstGeom>
          <a:noFill/>
          <a:ln w="0">
            <a:noFill/>
            <a:prstDash val="solid"/>
          </a:ln>
        </p:spPr>
      </p:sp>
      <p:sp>
        <p:nvSpPr>
          <p:cNvPr id="54" name="RESULT-top-left">
            <a:extLst>
              <a:ext uri="{FF2B5EF4-FFF2-40B4-BE49-F238E27FC236}">
                <a16:creationId xmlns:a16="http://schemas.microsoft.com/office/drawing/2014/main" id="{E867986D-AF1E-4FC8-8DE0-0BC04AA97538}"/>
              </a:ext>
            </a:extLst>
          </p:cNvPr>
          <p:cNvSpPr>
            <a:spLocks noGrp="1"/>
          </p:cNvSpPr>
          <p:nvPr/>
        </p:nvSpPr>
        <p:spPr>
          <a:xfrm>
            <a:off x="159214" y="1442169"/>
            <a:ext cx="841" cy="953"/>
          </a:xfrm>
          <a:prstGeom prst="rect">
            <a:avLst/>
          </a:prstGeom>
          <a:noFill/>
          <a:ln w="0">
            <a:noFill/>
            <a:prstDash val="solid"/>
          </a:ln>
        </p:spPr>
      </p:sp>
      <p:sp>
        <p:nvSpPr>
          <p:cNvPr id="55" name="HIER-T07-performance-heading">
            <a:extLst>
              <a:ext uri="{FF2B5EF4-FFF2-40B4-BE49-F238E27FC236}">
                <a16:creationId xmlns:a16="http://schemas.microsoft.com/office/drawing/2014/main" id="{397643DE-9E83-4B65-9F88-90CD35F4CBAF}"/>
              </a:ext>
            </a:extLst>
          </p:cNvPr>
          <p:cNvSpPr>
            <a:spLocks noGrp="1"/>
          </p:cNvSpPr>
          <p:nvPr/>
        </p:nvSpPr>
        <p:spPr>
          <a:xfrm>
            <a:off x="348380" y="1727797"/>
            <a:ext cx="2133600" cy="323850"/>
          </a:xfrm>
          <a:prstGeom prst="roundRect">
            <a:avLst>
              <a:gd name="adj" fmla="val 14706"/>
            </a:avLst>
          </a:prstGeom>
          <a:solidFill>
            <a:srgbClr val="C00000"/>
          </a:solidFill>
          <a:ln w="0">
            <a:solidFill>
              <a:srgbClr val="111111"/>
            </a:solidFill>
            <a:prstDash val="solid"/>
          </a:ln>
        </p:spPr>
      </p:sp>
      <p:sp>
        <p:nvSpPr>
          <p:cNvPr id="56" name="HIER-EFF-title">
            <a:extLst>
              <a:ext uri="{FF2B5EF4-FFF2-40B4-BE49-F238E27FC236}">
                <a16:creationId xmlns:a16="http://schemas.microsoft.com/office/drawing/2014/main" id="{082D8700-B613-45DA-9347-9A12D840A5E8}"/>
              </a:ext>
            </a:extLst>
          </p:cNvPr>
          <p:cNvSpPr>
            <a:spLocks noGrp="1"/>
          </p:cNvSpPr>
          <p:nvPr/>
        </p:nvSpPr>
        <p:spPr>
          <a:xfrm>
            <a:off x="358489" y="6039840"/>
            <a:ext cx="1905000" cy="323850"/>
          </a:xfrm>
          <a:prstGeom prst="roundRect">
            <a:avLst>
              <a:gd name="adj" fmla="val 14706"/>
            </a:avLst>
          </a:prstGeom>
          <a:solidFill>
            <a:srgbClr val="C00000"/>
          </a:solidFill>
          <a:ln w="0">
            <a:solidFill>
              <a:srgbClr val="111111"/>
            </a:solidFill>
            <a:prstDash val="solid"/>
          </a:ln>
        </p:spPr>
      </p:sp>
      <p:sp>
        <p:nvSpPr>
          <p:cNvPr id="57" name="HIER-T07-lookup-title">
            <a:extLst>
              <a:ext uri="{FF2B5EF4-FFF2-40B4-BE49-F238E27FC236}">
                <a16:creationId xmlns:a16="http://schemas.microsoft.com/office/drawing/2014/main" id="{267B13AD-4F76-4702-B313-E1F90F523F3E}"/>
              </a:ext>
            </a:extLst>
          </p:cNvPr>
          <p:cNvSpPr>
            <a:spLocks noGrp="1"/>
          </p:cNvSpPr>
          <p:nvPr/>
        </p:nvSpPr>
        <p:spPr>
          <a:xfrm>
            <a:off x="523875" y="2254710"/>
            <a:ext cx="2362200" cy="304800"/>
          </a:xfrm>
          <a:prstGeom prst="roundRect">
            <a:avLst>
              <a:gd name="adj" fmla="val 15625"/>
            </a:avLst>
          </a:prstGeom>
          <a:solidFill>
            <a:srgbClr val="111111"/>
          </a:solidFill>
          <a:ln w="0">
            <a:solidFill>
              <a:srgbClr val="111111"/>
            </a:solidFill>
            <a:prstDash val="solid"/>
          </a:ln>
        </p:spPr>
      </p:sp>
      <p:sp>
        <p:nvSpPr>
          <p:cNvPr id="58" name="HIER-T09-independent-title">
            <a:extLst>
              <a:ext uri="{FF2B5EF4-FFF2-40B4-BE49-F238E27FC236}">
                <a16:creationId xmlns:a16="http://schemas.microsoft.com/office/drawing/2014/main" id="{56A47170-9C41-4054-9A56-C1BE2C624E6C}"/>
              </a:ext>
            </a:extLst>
          </p:cNvPr>
          <p:cNvSpPr>
            <a:spLocks noGrp="1"/>
          </p:cNvSpPr>
          <p:nvPr/>
        </p:nvSpPr>
        <p:spPr>
          <a:xfrm>
            <a:off x="523875" y="3369135"/>
            <a:ext cx="2971800" cy="304800"/>
          </a:xfrm>
          <a:prstGeom prst="roundRect">
            <a:avLst>
              <a:gd name="adj" fmla="val 15625"/>
            </a:avLst>
          </a:prstGeom>
          <a:solidFill>
            <a:srgbClr val="111111"/>
          </a:solidFill>
          <a:ln w="0">
            <a:solidFill>
              <a:srgbClr val="111111"/>
            </a:solidFill>
            <a:prstDash val="solid"/>
          </a:ln>
        </p:spPr>
      </p:sp>
      <p:sp>
        <p:nvSpPr>
          <p:cNvPr id="59" name="HIER-T12-dependent-title">
            <a:extLst>
              <a:ext uri="{FF2B5EF4-FFF2-40B4-BE49-F238E27FC236}">
                <a16:creationId xmlns:a16="http://schemas.microsoft.com/office/drawing/2014/main" id="{43EA6768-1849-4019-9A1B-082C80A642AE}"/>
              </a:ext>
            </a:extLst>
          </p:cNvPr>
          <p:cNvSpPr>
            <a:spLocks noGrp="1"/>
          </p:cNvSpPr>
          <p:nvPr/>
        </p:nvSpPr>
        <p:spPr>
          <a:xfrm>
            <a:off x="523875" y="4664535"/>
            <a:ext cx="2857500" cy="304800"/>
          </a:xfrm>
          <a:prstGeom prst="roundRect">
            <a:avLst>
              <a:gd name="adj" fmla="val 15625"/>
            </a:avLst>
          </a:prstGeom>
          <a:solidFill>
            <a:srgbClr val="111111"/>
          </a:solidFill>
          <a:ln w="0">
            <a:solidFill>
              <a:srgbClr val="111111"/>
            </a:solidFill>
            <a:prstDash val="solid"/>
          </a:ln>
        </p:spPr>
      </p:sp>
      <p:sp>
        <p:nvSpPr>
          <p:cNvPr id="60" name="HIER-H-title">
            <a:extLst>
              <a:ext uri="{FF2B5EF4-FFF2-40B4-BE49-F238E27FC236}">
                <a16:creationId xmlns:a16="http://schemas.microsoft.com/office/drawing/2014/main" id="{2CDEBF1F-6857-4D60-BA3A-5104D978C2DF}"/>
              </a:ext>
            </a:extLst>
          </p:cNvPr>
          <p:cNvSpPr>
            <a:spLocks noGrp="1"/>
          </p:cNvSpPr>
          <p:nvPr/>
        </p:nvSpPr>
        <p:spPr>
          <a:xfrm>
            <a:off x="12454621" y="341805"/>
            <a:ext cx="1905000" cy="323850"/>
          </a:xfrm>
          <a:prstGeom prst="roundRect">
            <a:avLst>
              <a:gd name="adj" fmla="val 14706"/>
            </a:avLst>
          </a:prstGeom>
          <a:solidFill>
            <a:srgbClr val="111111"/>
          </a:solidFill>
          <a:ln w="0">
            <a:solidFill>
              <a:srgbClr val="111111"/>
            </a:solidFill>
            <a:prstDash val="solid"/>
          </a:ln>
        </p:spPr>
      </p:sp>
      <p:sp>
        <p:nvSpPr>
          <p:cNvPr id="61" name="HIER-F-title">
            <a:extLst>
              <a:ext uri="{FF2B5EF4-FFF2-40B4-BE49-F238E27FC236}">
                <a16:creationId xmlns:a16="http://schemas.microsoft.com/office/drawing/2014/main" id="{7FBA8D38-624F-4593-AFFA-EF51C1D05371}"/>
              </a:ext>
            </a:extLst>
          </p:cNvPr>
          <p:cNvSpPr>
            <a:spLocks noGrp="1"/>
          </p:cNvSpPr>
          <p:nvPr/>
        </p:nvSpPr>
        <p:spPr>
          <a:xfrm>
            <a:off x="12454621" y="3256455"/>
            <a:ext cx="2571750" cy="323850"/>
          </a:xfrm>
          <a:prstGeom prst="roundRect">
            <a:avLst>
              <a:gd name="adj" fmla="val 14706"/>
            </a:avLst>
          </a:prstGeom>
          <a:solidFill>
            <a:srgbClr val="111111"/>
          </a:solidFill>
          <a:ln w="0">
            <a:solidFill>
              <a:srgbClr val="111111"/>
            </a:solidFill>
            <a:prstDash val="solid"/>
          </a:ln>
        </p:spPr>
      </p:sp>
      <p:sp>
        <p:nvSpPr>
          <p:cNvPr id="62" name="HIER-U-title">
            <a:extLst>
              <a:ext uri="{FF2B5EF4-FFF2-40B4-BE49-F238E27FC236}">
                <a16:creationId xmlns:a16="http://schemas.microsoft.com/office/drawing/2014/main" id="{A4416D02-43C0-4254-A3D0-DBDD5BE3994F}"/>
              </a:ext>
            </a:extLst>
          </p:cNvPr>
          <p:cNvSpPr>
            <a:spLocks noGrp="1"/>
          </p:cNvSpPr>
          <p:nvPr/>
        </p:nvSpPr>
        <p:spPr>
          <a:xfrm>
            <a:off x="12454621" y="5685196"/>
            <a:ext cx="2781300" cy="323850"/>
          </a:xfrm>
          <a:prstGeom prst="roundRect">
            <a:avLst>
              <a:gd name="adj" fmla="val 14706"/>
            </a:avLst>
          </a:prstGeom>
          <a:solidFill>
            <a:srgbClr val="111111"/>
          </a:solidFill>
          <a:ln w="0">
            <a:solidFill>
              <a:srgbClr val="111111"/>
            </a:solidFill>
            <a:prstDash val="solid"/>
          </a:ln>
        </p:spPr>
      </p:sp>
      <p:pic>
        <p:nvPicPr>
          <p:cNvPr id="210" name="图片 209">
            <a:extLst>
              <a:ext uri="{FF2B5EF4-FFF2-40B4-BE49-F238E27FC236}">
                <a16:creationId xmlns:a16="http://schemas.microsoft.com/office/drawing/2014/main" id="{142FC6EF-6C54-4F2E-BBB1-D65B27265557}"/>
              </a:ext>
            </a:extLst>
          </p:cNvPr>
          <p:cNvPicPr>
            <a:picLocks noChangeAspect="1"/>
          </p:cNvPicPr>
          <p:nvPr/>
        </p:nvPicPr>
        <p:blipFill>
          <a:blip r:embed="rId3"/>
          <a:stretch/>
        </p:blipFill>
        <p:spPr>
          <a:xfrm>
            <a:off x="1824447" y="2746868"/>
            <a:ext cx="369939" cy="311085"/>
          </a:xfrm>
          <a:prstGeom prst="rect">
            <a:avLst/>
          </a:prstGeom>
        </p:spPr>
      </p:pic>
      <p:pic>
        <p:nvPicPr>
          <p:cNvPr id="211" name="图片 210">
            <a:extLst>
              <a:ext uri="{FF2B5EF4-FFF2-40B4-BE49-F238E27FC236}">
                <a16:creationId xmlns:a16="http://schemas.microsoft.com/office/drawing/2014/main" id="{398FF144-5E1B-43B1-B8B9-17E3A79C82AD}"/>
              </a:ext>
            </a:extLst>
          </p:cNvPr>
          <p:cNvPicPr>
            <a:picLocks noChangeAspect="1"/>
          </p:cNvPicPr>
          <p:nvPr/>
        </p:nvPicPr>
        <p:blipFill>
          <a:blip r:embed="rId4"/>
          <a:stretch/>
        </p:blipFill>
        <p:spPr>
          <a:xfrm>
            <a:off x="353011" y="471172"/>
            <a:ext cx="1006118" cy="729204"/>
          </a:xfrm>
          <a:prstGeom prst="rect">
            <a:avLst/>
          </a:prstGeom>
        </p:spPr>
      </p:pic>
      <p:sp>
        <p:nvSpPr>
          <p:cNvPr id="212" name="T07-performance-heading">
            <a:extLst>
              <a:ext uri="{FF2B5EF4-FFF2-40B4-BE49-F238E27FC236}">
                <a16:creationId xmlns:a16="http://schemas.microsoft.com/office/drawing/2014/main" id="{DD6FF012-3749-410D-9A6C-84A6667EF93E}"/>
              </a:ext>
            </a:extLst>
          </p:cNvPr>
          <p:cNvSpPr>
            <a:spLocks noGrp="1"/>
          </p:cNvSpPr>
          <p:nvPr/>
        </p:nvSpPr>
        <p:spPr>
          <a:xfrm>
            <a:off x="434105" y="1765897"/>
            <a:ext cx="1962150" cy="304800"/>
          </a:xfrm>
          <a:prstGeom prst="rect">
            <a:avLst/>
          </a:prstGeom>
          <a:noFill/>
          <a:ln w="0">
            <a:noFill/>
          </a:ln>
        </p:spPr>
        <p:txBody>
          <a:bodyPr wrap="none" lIns="0" tIns="0" rIns="0" bIns="0" anchor="t">
            <a:noAutofit/>
          </a:bodyPr>
          <a:lstStyle>
            <a:defPPr algn="l">
              <a:defRPr sz="1800" b="1" i="0">
                <a:solidFill>
                  <a:srgbClr val="FFFFFF"/>
                </a:solidFill>
                <a:latin typeface="Arial Rounded MT Bold"/>
                <a:ea typeface="Arial Rounded MT Bold"/>
                <a:cs typeface="Arial Rounded MT Bold"/>
              </a:defRPr>
            </a:defPPr>
            <a:lvl1pPr algn="l">
              <a:defRPr sz="1800" b="1" i="0">
                <a:solidFill>
                  <a:srgbClr val="FFFFFF"/>
                </a:solidFill>
                <a:latin typeface="Arial Rounded MT Bold"/>
                <a:ea typeface="Arial Rounded MT Bold"/>
                <a:cs typeface="Arial Rounded MT Bold"/>
              </a:defRPr>
            </a:lvl1pPr>
            <a:lvl2pPr algn="l">
              <a:defRPr sz="1800" b="1" i="0">
                <a:solidFill>
                  <a:srgbClr val="FFFFFF"/>
                </a:solidFill>
                <a:latin typeface="Arial Rounded MT Bold"/>
                <a:ea typeface="Arial Rounded MT Bold"/>
                <a:cs typeface="Arial Rounded MT Bold"/>
              </a:defRPr>
            </a:lvl2pPr>
            <a:lvl3pPr algn="l">
              <a:defRPr sz="1800" b="1" i="0">
                <a:solidFill>
                  <a:srgbClr val="FFFFFF"/>
                </a:solidFill>
                <a:latin typeface="Arial Rounded MT Bold"/>
                <a:ea typeface="Arial Rounded MT Bold"/>
                <a:cs typeface="Arial Rounded MT Bold"/>
              </a:defRPr>
            </a:lvl3pPr>
            <a:lvl4pPr algn="l">
              <a:defRPr sz="1800" b="1" i="0">
                <a:solidFill>
                  <a:srgbClr val="FFFFFF"/>
                </a:solidFill>
                <a:latin typeface="Arial Rounded MT Bold"/>
                <a:ea typeface="Arial Rounded MT Bold"/>
                <a:cs typeface="Arial Rounded MT Bold"/>
              </a:defRPr>
            </a:lvl4pPr>
            <a:lvl5pPr algn="l">
              <a:defRPr sz="1800" b="1" i="0">
                <a:solidFill>
                  <a:srgbClr val="FFFFFF"/>
                </a:solidFill>
                <a:latin typeface="Arial Rounded MT Bold"/>
                <a:ea typeface="Arial Rounded MT Bold"/>
                <a:cs typeface="Arial Rounded MT Bold"/>
              </a:defRPr>
            </a:lvl5pPr>
            <a:lvl6pPr algn="l">
              <a:defRPr sz="1800" b="1" i="0">
                <a:solidFill>
                  <a:srgbClr val="FFFFFF"/>
                </a:solidFill>
                <a:latin typeface="Arial Rounded MT Bold"/>
                <a:ea typeface="Arial Rounded MT Bold"/>
                <a:cs typeface="Arial Rounded MT Bold"/>
              </a:defRPr>
            </a:lvl6pPr>
            <a:lvl7pPr algn="l">
              <a:defRPr sz="1800" b="1" i="0">
                <a:solidFill>
                  <a:srgbClr val="FFFFFF"/>
                </a:solidFill>
                <a:latin typeface="Arial Rounded MT Bold"/>
                <a:ea typeface="Arial Rounded MT Bold"/>
                <a:cs typeface="Arial Rounded MT Bold"/>
              </a:defRPr>
            </a:lvl7pPr>
            <a:lvl8pPr algn="l">
              <a:defRPr sz="1800" b="1" i="0">
                <a:solidFill>
                  <a:srgbClr val="FFFFFF"/>
                </a:solidFill>
                <a:latin typeface="Arial Rounded MT Bold"/>
                <a:ea typeface="Arial Rounded MT Bold"/>
                <a:cs typeface="Arial Rounded MT Bold"/>
              </a:defRPr>
            </a:lvl8pPr>
            <a:lvl9pPr algn="l">
              <a:defRPr sz="1800" b="1" i="0">
                <a:solidFill>
                  <a:srgbClr val="FFFFFF"/>
                </a:solidFill>
                <a:latin typeface="Arial Rounded MT Bold"/>
                <a:ea typeface="Arial Rounded MT Bold"/>
                <a:cs typeface="Arial Rounded MT Bold"/>
              </a:defRPr>
            </a:lvl9pPr>
          </a:lstStyle>
          <a:p>
            <a:pPr>
              <a:defRPr sz="1800" b="1" i="0">
                <a:solidFill>
                  <a:srgbClr val="FFFFFF"/>
                </a:solidFill>
                <a:latin typeface="Arial Rounded MT Bold"/>
                <a:ea typeface="Arial Rounded MT Bold"/>
                <a:cs typeface="Arial Rounded MT Bold"/>
              </a:defRPr>
            </a:pPr>
            <a:r>
              <a:rPr lang="en" dirty="0"/>
              <a:t>For Accuracy</a:t>
            </a:r>
            <a:endParaRPr sz="1800" b="1" i="0" dirty="0">
              <a:solidFill>
                <a:srgbClr val="FFFFFF"/>
              </a:solidFill>
              <a:latin typeface="Arial Rounded MT Bold"/>
              <a:ea typeface="Arial Rounded MT Bold"/>
              <a:cs typeface="Arial Rounded MT Bold"/>
            </a:endParaRPr>
          </a:p>
        </p:txBody>
      </p:sp>
      <p:sp>
        <p:nvSpPr>
          <p:cNvPr id="213" name="T07-lookup-title">
            <a:extLst>
              <a:ext uri="{FF2B5EF4-FFF2-40B4-BE49-F238E27FC236}">
                <a16:creationId xmlns:a16="http://schemas.microsoft.com/office/drawing/2014/main" id="{E3833901-63F8-4B4C-AF76-493B75C33BCD}"/>
              </a:ext>
            </a:extLst>
          </p:cNvPr>
          <p:cNvSpPr>
            <a:spLocks noGrp="1"/>
          </p:cNvSpPr>
          <p:nvPr/>
        </p:nvSpPr>
        <p:spPr>
          <a:xfrm>
            <a:off x="609600" y="2292810"/>
            <a:ext cx="2190750" cy="285750"/>
          </a:xfrm>
          <a:prstGeom prst="rect">
            <a:avLst/>
          </a:prstGeom>
          <a:noFill/>
          <a:ln w="0">
            <a:noFill/>
          </a:ln>
        </p:spPr>
        <p:txBody>
          <a:bodyPr wrap="none" lIns="0" tIns="0" rIns="0" bIns="0" anchor="t">
            <a:noAutofit/>
          </a:bodyPr>
          <a:lstStyle>
            <a:defPPr algn="l">
              <a:defRPr sz="1500" b="1" i="0">
                <a:solidFill>
                  <a:srgbClr val="FFFFFF"/>
                </a:solidFill>
                <a:latin typeface="Arial Rounded MT Bold"/>
                <a:ea typeface="Arial Rounded MT Bold"/>
                <a:cs typeface="Arial Rounded MT Bold"/>
              </a:defRPr>
            </a:defPPr>
            <a:lvl1pPr algn="l">
              <a:defRPr sz="1500" b="1" i="0">
                <a:solidFill>
                  <a:srgbClr val="FFFFFF"/>
                </a:solidFill>
                <a:latin typeface="Arial Rounded MT Bold"/>
                <a:ea typeface="Arial Rounded MT Bold"/>
                <a:cs typeface="Arial Rounded MT Bold"/>
              </a:defRPr>
            </a:lvl1pPr>
            <a:lvl2pPr algn="l">
              <a:defRPr sz="1500" b="1" i="0">
                <a:solidFill>
                  <a:srgbClr val="FFFFFF"/>
                </a:solidFill>
                <a:latin typeface="Arial Rounded MT Bold"/>
                <a:ea typeface="Arial Rounded MT Bold"/>
                <a:cs typeface="Arial Rounded MT Bold"/>
              </a:defRPr>
            </a:lvl2pPr>
            <a:lvl3pPr algn="l">
              <a:defRPr sz="1500" b="1" i="0">
                <a:solidFill>
                  <a:srgbClr val="FFFFFF"/>
                </a:solidFill>
                <a:latin typeface="Arial Rounded MT Bold"/>
                <a:ea typeface="Arial Rounded MT Bold"/>
                <a:cs typeface="Arial Rounded MT Bold"/>
              </a:defRPr>
            </a:lvl3pPr>
            <a:lvl4pPr algn="l">
              <a:defRPr sz="1500" b="1" i="0">
                <a:solidFill>
                  <a:srgbClr val="FFFFFF"/>
                </a:solidFill>
                <a:latin typeface="Arial Rounded MT Bold"/>
                <a:ea typeface="Arial Rounded MT Bold"/>
                <a:cs typeface="Arial Rounded MT Bold"/>
              </a:defRPr>
            </a:lvl4pPr>
            <a:lvl5pPr algn="l">
              <a:defRPr sz="1500" b="1" i="0">
                <a:solidFill>
                  <a:srgbClr val="FFFFFF"/>
                </a:solidFill>
                <a:latin typeface="Arial Rounded MT Bold"/>
                <a:ea typeface="Arial Rounded MT Bold"/>
                <a:cs typeface="Arial Rounded MT Bold"/>
              </a:defRPr>
            </a:lvl5pPr>
            <a:lvl6pPr algn="l">
              <a:defRPr sz="1500" b="1" i="0">
                <a:solidFill>
                  <a:srgbClr val="FFFFFF"/>
                </a:solidFill>
                <a:latin typeface="Arial Rounded MT Bold"/>
                <a:ea typeface="Arial Rounded MT Bold"/>
                <a:cs typeface="Arial Rounded MT Bold"/>
              </a:defRPr>
            </a:lvl6pPr>
            <a:lvl7pPr algn="l">
              <a:defRPr sz="1500" b="1" i="0">
                <a:solidFill>
                  <a:srgbClr val="FFFFFF"/>
                </a:solidFill>
                <a:latin typeface="Arial Rounded MT Bold"/>
                <a:ea typeface="Arial Rounded MT Bold"/>
                <a:cs typeface="Arial Rounded MT Bold"/>
              </a:defRPr>
            </a:lvl7pPr>
            <a:lvl8pPr algn="l">
              <a:defRPr sz="1500" b="1" i="0">
                <a:solidFill>
                  <a:srgbClr val="FFFFFF"/>
                </a:solidFill>
                <a:latin typeface="Arial Rounded MT Bold"/>
                <a:ea typeface="Arial Rounded MT Bold"/>
                <a:cs typeface="Arial Rounded MT Bold"/>
              </a:defRPr>
            </a:lvl8pPr>
            <a:lvl9pPr algn="l">
              <a:defRPr sz="1500" b="1" i="0">
                <a:solidFill>
                  <a:srgbClr val="FFFFFF"/>
                </a:solidFill>
                <a:latin typeface="Arial Rounded MT Bold"/>
                <a:ea typeface="Arial Rounded MT Bold"/>
                <a:cs typeface="Arial Rounded MT Bold"/>
              </a:defRPr>
            </a:lvl9pPr>
          </a:lstStyle>
          <a:p>
            <a:pPr algn="l">
              <a:lnSpc>
                <a:spcPct val="100000"/>
              </a:lnSpc>
              <a:buNone/>
              <a:defRPr sz="1500" b="1" i="0">
                <a:solidFill>
                  <a:srgbClr val="FFFFFF"/>
                </a:solidFill>
                <a:latin typeface="Arial Rounded MT Bold"/>
                <a:ea typeface="Arial Rounded MT Bold"/>
                <a:cs typeface="Arial Rounded MT Bold"/>
              </a:defRPr>
            </a:pPr>
            <a:r>
              <a:rPr sz="1500" b="1" i="0">
                <a:solidFill>
                  <a:srgbClr val="FFFFFF"/>
                </a:solidFill>
                <a:latin typeface="Arial Rounded MT Bold"/>
                <a:ea typeface="Arial Rounded MT Bold"/>
                <a:cs typeface="Arial Rounded MT Bold"/>
              </a:rPr>
              <a:t>(a) Single-fact retrieval</a:t>
            </a:r>
          </a:p>
        </p:txBody>
      </p:sp>
      <p:sp>
        <p:nvSpPr>
          <p:cNvPr id="214" name="T08-lookup-query">
            <a:extLst>
              <a:ext uri="{FF2B5EF4-FFF2-40B4-BE49-F238E27FC236}">
                <a16:creationId xmlns:a16="http://schemas.microsoft.com/office/drawing/2014/main" id="{516BC932-690E-48D8-9253-12FDFB19DA12}"/>
              </a:ext>
            </a:extLst>
          </p:cNvPr>
          <p:cNvSpPr>
            <a:spLocks noGrp="1"/>
          </p:cNvSpPr>
          <p:nvPr/>
        </p:nvSpPr>
        <p:spPr>
          <a:xfrm>
            <a:off x="2946759" y="2295501"/>
            <a:ext cx="8382000" cy="266700"/>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Who organized the hike?</a:t>
            </a:r>
          </a:p>
        </p:txBody>
      </p:sp>
      <p:sp>
        <p:nvSpPr>
          <p:cNvPr id="215" name="P08-lookup-target-text-0-0">
            <a:extLst>
              <a:ext uri="{FF2B5EF4-FFF2-40B4-BE49-F238E27FC236}">
                <a16:creationId xmlns:a16="http://schemas.microsoft.com/office/drawing/2014/main" id="{021B0A52-56F1-41FA-8AE1-D17594666F3F}"/>
              </a:ext>
            </a:extLst>
          </p:cNvPr>
          <p:cNvSpPr>
            <a:spLocks noGrp="1"/>
          </p:cNvSpPr>
          <p:nvPr/>
        </p:nvSpPr>
        <p:spPr>
          <a:xfrm>
            <a:off x="610319" y="2683335"/>
            <a:ext cx="913601"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target</a:t>
            </a:r>
          </a:p>
        </p:txBody>
      </p:sp>
      <p:sp>
        <p:nvSpPr>
          <p:cNvPr id="216" name="P08-lookup-target-text-1-0">
            <a:extLst>
              <a:ext uri="{FF2B5EF4-FFF2-40B4-BE49-F238E27FC236}">
                <a16:creationId xmlns:a16="http://schemas.microsoft.com/office/drawing/2014/main" id="{6271E731-3C85-4E33-AC7A-236006EA43F3}"/>
              </a:ext>
            </a:extLst>
          </p:cNvPr>
          <p:cNvSpPr>
            <a:spLocks noGrp="1"/>
          </p:cNvSpPr>
          <p:nvPr/>
        </p:nvSpPr>
        <p:spPr>
          <a:xfrm>
            <a:off x="610319" y="2911935"/>
            <a:ext cx="91360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hike-1</a:t>
            </a:r>
          </a:p>
        </p:txBody>
      </p:sp>
      <p:sp>
        <p:nvSpPr>
          <p:cNvPr id="217" name="T08-ground">
            <a:extLst>
              <a:ext uri="{FF2B5EF4-FFF2-40B4-BE49-F238E27FC236}">
                <a16:creationId xmlns:a16="http://schemas.microsoft.com/office/drawing/2014/main" id="{B1D62A28-A6A8-4F02-AF3F-31397697FBCB}"/>
              </a:ext>
            </a:extLst>
          </p:cNvPr>
          <p:cNvSpPr>
            <a:spLocks noGrp="1"/>
          </p:cNvSpPr>
          <p:nvPr/>
        </p:nvSpPr>
        <p:spPr>
          <a:xfrm>
            <a:off x="1809750" y="3083385"/>
            <a:ext cx="1143000" cy="238125"/>
          </a:xfrm>
          <a:prstGeom prst="rect">
            <a:avLst/>
          </a:prstGeom>
          <a:noFill/>
          <a:ln w="0">
            <a:noFill/>
          </a:ln>
        </p:spPr>
        <p:txBody>
          <a:bodyPr wrap="none" lIns="0" tIns="0" rIns="0" bIns="0" anchor="t">
            <a:noAutofit/>
          </a:bodyPr>
          <a:lstStyle>
            <a:defPPr algn="l">
              <a:defRPr sz="1350" b="1" i="0">
                <a:solidFill>
                  <a:srgbClr val="171717"/>
                </a:solidFill>
                <a:latin typeface="Arial Rounded MT Bold"/>
                <a:ea typeface="Arial Rounded MT Bold"/>
                <a:cs typeface="Arial Rounded MT Bold"/>
              </a:defRPr>
            </a:defPPr>
            <a:lvl1pPr algn="l">
              <a:defRPr sz="1350" b="1" i="0">
                <a:solidFill>
                  <a:srgbClr val="171717"/>
                </a:solidFill>
                <a:latin typeface="Arial Rounded MT Bold"/>
                <a:ea typeface="Arial Rounded MT Bold"/>
                <a:cs typeface="Arial Rounded MT Bold"/>
              </a:defRPr>
            </a:lvl1pPr>
            <a:lvl2pPr algn="l">
              <a:defRPr sz="1350" b="1" i="0">
                <a:solidFill>
                  <a:srgbClr val="171717"/>
                </a:solidFill>
                <a:latin typeface="Arial Rounded MT Bold"/>
                <a:ea typeface="Arial Rounded MT Bold"/>
                <a:cs typeface="Arial Rounded MT Bold"/>
              </a:defRPr>
            </a:lvl2pPr>
            <a:lvl3pPr algn="l">
              <a:defRPr sz="1350" b="1" i="0">
                <a:solidFill>
                  <a:srgbClr val="171717"/>
                </a:solidFill>
                <a:latin typeface="Arial Rounded MT Bold"/>
                <a:ea typeface="Arial Rounded MT Bold"/>
                <a:cs typeface="Arial Rounded MT Bold"/>
              </a:defRPr>
            </a:lvl3pPr>
            <a:lvl4pPr algn="l">
              <a:defRPr sz="1350" b="1" i="0">
                <a:solidFill>
                  <a:srgbClr val="171717"/>
                </a:solidFill>
                <a:latin typeface="Arial Rounded MT Bold"/>
                <a:ea typeface="Arial Rounded MT Bold"/>
                <a:cs typeface="Arial Rounded MT Bold"/>
              </a:defRPr>
            </a:lvl4pPr>
            <a:lvl5pPr algn="l">
              <a:defRPr sz="1350" b="1" i="0">
                <a:solidFill>
                  <a:srgbClr val="171717"/>
                </a:solidFill>
                <a:latin typeface="Arial Rounded MT Bold"/>
                <a:ea typeface="Arial Rounded MT Bold"/>
                <a:cs typeface="Arial Rounded MT Bold"/>
              </a:defRPr>
            </a:lvl5pPr>
            <a:lvl6pPr algn="l">
              <a:defRPr sz="1350" b="1" i="0">
                <a:solidFill>
                  <a:srgbClr val="171717"/>
                </a:solidFill>
                <a:latin typeface="Arial Rounded MT Bold"/>
                <a:ea typeface="Arial Rounded MT Bold"/>
                <a:cs typeface="Arial Rounded MT Bold"/>
              </a:defRPr>
            </a:lvl6pPr>
            <a:lvl7pPr algn="l">
              <a:defRPr sz="1350" b="1" i="0">
                <a:solidFill>
                  <a:srgbClr val="171717"/>
                </a:solidFill>
                <a:latin typeface="Arial Rounded MT Bold"/>
                <a:ea typeface="Arial Rounded MT Bold"/>
                <a:cs typeface="Arial Rounded MT Bold"/>
              </a:defRPr>
            </a:lvl7pPr>
            <a:lvl8pPr algn="l">
              <a:defRPr sz="1350" b="1" i="0">
                <a:solidFill>
                  <a:srgbClr val="171717"/>
                </a:solidFill>
                <a:latin typeface="Arial Rounded MT Bold"/>
                <a:ea typeface="Arial Rounded MT Bold"/>
                <a:cs typeface="Arial Rounded MT Bold"/>
              </a:defRPr>
            </a:lvl8pPr>
            <a:lvl9pPr algn="l">
              <a:defRPr sz="1350" b="1" i="0">
                <a:solidFill>
                  <a:srgbClr val="171717"/>
                </a:solidFill>
                <a:latin typeface="Arial Rounded MT Bold"/>
                <a:ea typeface="Arial Rounded MT Bold"/>
                <a:cs typeface="Arial Rounded MT Bold"/>
              </a:defRPr>
            </a:lvl9pPr>
          </a:lstStyle>
          <a:p>
            <a:pPr algn="l">
              <a:lnSpc>
                <a:spcPct val="100000"/>
              </a:lnSpc>
              <a:buNone/>
              <a:defRPr sz="1350" b="1" i="0">
                <a:solidFill>
                  <a:srgbClr val="171717"/>
                </a:solidFill>
                <a:latin typeface="Arial Rounded MT Bold"/>
                <a:ea typeface="Arial Rounded MT Bold"/>
                <a:cs typeface="Arial Rounded MT Bold"/>
              </a:defRPr>
            </a:pPr>
            <a:r>
              <a:rPr sz="1350" b="1" i="0">
                <a:solidFill>
                  <a:srgbClr val="171717"/>
                </a:solidFill>
                <a:latin typeface="Arial Rounded MT Bold"/>
                <a:ea typeface="Arial Rounded MT Bold"/>
                <a:cs typeface="Arial Rounded MT Bold"/>
              </a:rPr>
              <a:t>Ground</a:t>
            </a:r>
          </a:p>
        </p:txBody>
      </p:sp>
      <p:sp>
        <p:nvSpPr>
          <p:cNvPr id="218" name="P09-lookup-triple-text-0-0">
            <a:extLst>
              <a:ext uri="{FF2B5EF4-FFF2-40B4-BE49-F238E27FC236}">
                <a16:creationId xmlns:a16="http://schemas.microsoft.com/office/drawing/2014/main" id="{0177B398-8FAE-44AD-8E74-97C78A62E4F4}"/>
              </a:ext>
            </a:extLst>
          </p:cNvPr>
          <p:cNvSpPr>
            <a:spLocks noGrp="1"/>
          </p:cNvSpPr>
          <p:nvPr/>
        </p:nvSpPr>
        <p:spPr>
          <a:xfrm>
            <a:off x="4372914" y="2669048"/>
            <a:ext cx="1262212"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subject</a:t>
            </a:r>
          </a:p>
        </p:txBody>
      </p:sp>
      <p:sp>
        <p:nvSpPr>
          <p:cNvPr id="219" name="P09-lookup-triple-text-0-1">
            <a:extLst>
              <a:ext uri="{FF2B5EF4-FFF2-40B4-BE49-F238E27FC236}">
                <a16:creationId xmlns:a16="http://schemas.microsoft.com/office/drawing/2014/main" id="{EDE00C60-1405-4A69-8096-C5443681D58A}"/>
              </a:ext>
            </a:extLst>
          </p:cNvPr>
          <p:cNvSpPr>
            <a:spLocks noGrp="1"/>
          </p:cNvSpPr>
          <p:nvPr/>
        </p:nvSpPr>
        <p:spPr>
          <a:xfrm>
            <a:off x="5755336" y="2669048"/>
            <a:ext cx="1394444"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predicate</a:t>
            </a:r>
          </a:p>
        </p:txBody>
      </p:sp>
      <p:sp>
        <p:nvSpPr>
          <p:cNvPr id="220" name="P09-lookup-triple-text-0-2">
            <a:extLst>
              <a:ext uri="{FF2B5EF4-FFF2-40B4-BE49-F238E27FC236}">
                <a16:creationId xmlns:a16="http://schemas.microsoft.com/office/drawing/2014/main" id="{F6469B5A-9794-48B0-87F0-82A06AE235B7}"/>
              </a:ext>
            </a:extLst>
          </p:cNvPr>
          <p:cNvSpPr>
            <a:spLocks noGrp="1"/>
          </p:cNvSpPr>
          <p:nvPr/>
        </p:nvSpPr>
        <p:spPr>
          <a:xfrm>
            <a:off x="7269991" y="2669048"/>
            <a:ext cx="90158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object</a:t>
            </a:r>
          </a:p>
        </p:txBody>
      </p:sp>
      <p:sp>
        <p:nvSpPr>
          <p:cNvPr id="221" name="P09-lookup-triple-text-1-0">
            <a:extLst>
              <a:ext uri="{FF2B5EF4-FFF2-40B4-BE49-F238E27FC236}">
                <a16:creationId xmlns:a16="http://schemas.microsoft.com/office/drawing/2014/main" id="{8A2972FD-8E0B-422A-99A8-8BF8AA916281}"/>
              </a:ext>
            </a:extLst>
          </p:cNvPr>
          <p:cNvSpPr>
            <a:spLocks noGrp="1"/>
          </p:cNvSpPr>
          <p:nvPr/>
        </p:nvSpPr>
        <p:spPr>
          <a:xfrm>
            <a:off x="4372914" y="2926223"/>
            <a:ext cx="12622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hike-1</a:t>
            </a:r>
          </a:p>
        </p:txBody>
      </p:sp>
      <p:sp>
        <p:nvSpPr>
          <p:cNvPr id="222" name="P09-lookup-triple-text-1-1">
            <a:extLst>
              <a:ext uri="{FF2B5EF4-FFF2-40B4-BE49-F238E27FC236}">
                <a16:creationId xmlns:a16="http://schemas.microsoft.com/office/drawing/2014/main" id="{41B8D661-9F99-464C-9CD0-A0252094735B}"/>
              </a:ext>
            </a:extLst>
          </p:cNvPr>
          <p:cNvSpPr>
            <a:spLocks noGrp="1"/>
          </p:cNvSpPr>
          <p:nvPr/>
        </p:nvSpPr>
        <p:spPr>
          <a:xfrm>
            <a:off x="5755336" y="2926223"/>
            <a:ext cx="1394444"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organizer</a:t>
            </a:r>
          </a:p>
        </p:txBody>
      </p:sp>
      <p:sp>
        <p:nvSpPr>
          <p:cNvPr id="223" name="P09-lookup-triple-text-1-2">
            <a:extLst>
              <a:ext uri="{FF2B5EF4-FFF2-40B4-BE49-F238E27FC236}">
                <a16:creationId xmlns:a16="http://schemas.microsoft.com/office/drawing/2014/main" id="{2ECA5EF2-869D-499C-9020-33BF9E785090}"/>
              </a:ext>
            </a:extLst>
          </p:cNvPr>
          <p:cNvSpPr>
            <a:spLocks noGrp="1"/>
          </p:cNvSpPr>
          <p:nvPr/>
        </p:nvSpPr>
        <p:spPr>
          <a:xfrm>
            <a:off x="7269991" y="2926223"/>
            <a:ext cx="901580"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Ava</a:t>
            </a:r>
          </a:p>
        </p:txBody>
      </p:sp>
      <p:sp>
        <p:nvSpPr>
          <p:cNvPr id="224" name="P11-lookup-value-text-0-0">
            <a:extLst>
              <a:ext uri="{FF2B5EF4-FFF2-40B4-BE49-F238E27FC236}">
                <a16:creationId xmlns:a16="http://schemas.microsoft.com/office/drawing/2014/main" id="{53CD6986-E890-45F3-94D8-A92E05D25528}"/>
              </a:ext>
            </a:extLst>
          </p:cNvPr>
          <p:cNvSpPr>
            <a:spLocks noGrp="1"/>
          </p:cNvSpPr>
          <p:nvPr/>
        </p:nvSpPr>
        <p:spPr>
          <a:xfrm>
            <a:off x="10022816" y="2683335"/>
            <a:ext cx="1166044"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value</a:t>
            </a:r>
          </a:p>
        </p:txBody>
      </p:sp>
      <p:sp>
        <p:nvSpPr>
          <p:cNvPr id="225" name="P11-lookup-value-text-1-0">
            <a:extLst>
              <a:ext uri="{FF2B5EF4-FFF2-40B4-BE49-F238E27FC236}">
                <a16:creationId xmlns:a16="http://schemas.microsoft.com/office/drawing/2014/main" id="{2D9B24C7-995C-4E5F-B8C3-CFCC5BDF835F}"/>
              </a:ext>
            </a:extLst>
          </p:cNvPr>
          <p:cNvSpPr>
            <a:spLocks noGrp="1"/>
          </p:cNvSpPr>
          <p:nvPr/>
        </p:nvSpPr>
        <p:spPr>
          <a:xfrm>
            <a:off x="10022816" y="2911935"/>
            <a:ext cx="1166044"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Ava</a:t>
            </a:r>
          </a:p>
        </p:txBody>
      </p:sp>
      <p:sp>
        <p:nvSpPr>
          <p:cNvPr id="226" name="T08-verify">
            <a:extLst>
              <a:ext uri="{FF2B5EF4-FFF2-40B4-BE49-F238E27FC236}">
                <a16:creationId xmlns:a16="http://schemas.microsoft.com/office/drawing/2014/main" id="{44C10300-10BC-44A9-8BC1-F7423E13CE0F}"/>
              </a:ext>
            </a:extLst>
          </p:cNvPr>
          <p:cNvSpPr>
            <a:spLocks noGrp="1"/>
          </p:cNvSpPr>
          <p:nvPr/>
        </p:nvSpPr>
        <p:spPr>
          <a:xfrm>
            <a:off x="2858258" y="2625709"/>
            <a:ext cx="1322318" cy="23812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Verify</a:t>
            </a:r>
          </a:p>
        </p:txBody>
      </p:sp>
      <p:sp>
        <p:nvSpPr>
          <p:cNvPr id="227" name="T08-project">
            <a:extLst>
              <a:ext uri="{FF2B5EF4-FFF2-40B4-BE49-F238E27FC236}">
                <a16:creationId xmlns:a16="http://schemas.microsoft.com/office/drawing/2014/main" id="{6554B275-1F0B-444B-B85C-04DA21AE548A}"/>
              </a:ext>
            </a:extLst>
          </p:cNvPr>
          <p:cNvSpPr>
            <a:spLocks noGrp="1"/>
          </p:cNvSpPr>
          <p:nvPr/>
        </p:nvSpPr>
        <p:spPr>
          <a:xfrm>
            <a:off x="8718530" y="2636146"/>
            <a:ext cx="1274233" cy="23812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Select</a:t>
            </a:r>
          </a:p>
        </p:txBody>
      </p:sp>
      <p:sp>
        <p:nvSpPr>
          <p:cNvPr id="228" name="T09-independent-title">
            <a:extLst>
              <a:ext uri="{FF2B5EF4-FFF2-40B4-BE49-F238E27FC236}">
                <a16:creationId xmlns:a16="http://schemas.microsoft.com/office/drawing/2014/main" id="{73861AD6-85E3-4FD8-A5EF-3D09AEBAC849}"/>
              </a:ext>
            </a:extLst>
          </p:cNvPr>
          <p:cNvSpPr>
            <a:spLocks noGrp="1"/>
          </p:cNvSpPr>
          <p:nvPr/>
        </p:nvSpPr>
        <p:spPr>
          <a:xfrm>
            <a:off x="609600" y="3407235"/>
            <a:ext cx="2800350" cy="285750"/>
          </a:xfrm>
          <a:prstGeom prst="rect">
            <a:avLst/>
          </a:prstGeom>
          <a:noFill/>
          <a:ln w="0">
            <a:noFill/>
          </a:ln>
        </p:spPr>
        <p:txBody>
          <a:bodyPr wrap="none" lIns="0" tIns="0" rIns="0" bIns="0" anchor="t">
            <a:noAutofit/>
          </a:bodyPr>
          <a:lstStyle>
            <a:defPPr algn="l">
              <a:defRPr sz="1500" b="1" i="0">
                <a:solidFill>
                  <a:srgbClr val="FFFFFF"/>
                </a:solidFill>
                <a:latin typeface="Arial Rounded MT Bold"/>
                <a:ea typeface="Arial Rounded MT Bold"/>
                <a:cs typeface="Arial Rounded MT Bold"/>
              </a:defRPr>
            </a:defPPr>
            <a:lvl1pPr algn="l">
              <a:defRPr sz="1500" b="1" i="0">
                <a:solidFill>
                  <a:srgbClr val="FFFFFF"/>
                </a:solidFill>
                <a:latin typeface="Arial Rounded MT Bold"/>
                <a:ea typeface="Arial Rounded MT Bold"/>
                <a:cs typeface="Arial Rounded MT Bold"/>
              </a:defRPr>
            </a:lvl1pPr>
            <a:lvl2pPr algn="l">
              <a:defRPr sz="1500" b="1" i="0">
                <a:solidFill>
                  <a:srgbClr val="FFFFFF"/>
                </a:solidFill>
                <a:latin typeface="Arial Rounded MT Bold"/>
                <a:ea typeface="Arial Rounded MT Bold"/>
                <a:cs typeface="Arial Rounded MT Bold"/>
              </a:defRPr>
            </a:lvl2pPr>
            <a:lvl3pPr algn="l">
              <a:defRPr sz="1500" b="1" i="0">
                <a:solidFill>
                  <a:srgbClr val="FFFFFF"/>
                </a:solidFill>
                <a:latin typeface="Arial Rounded MT Bold"/>
                <a:ea typeface="Arial Rounded MT Bold"/>
                <a:cs typeface="Arial Rounded MT Bold"/>
              </a:defRPr>
            </a:lvl3pPr>
            <a:lvl4pPr algn="l">
              <a:defRPr sz="1500" b="1" i="0">
                <a:solidFill>
                  <a:srgbClr val="FFFFFF"/>
                </a:solidFill>
                <a:latin typeface="Arial Rounded MT Bold"/>
                <a:ea typeface="Arial Rounded MT Bold"/>
                <a:cs typeface="Arial Rounded MT Bold"/>
              </a:defRPr>
            </a:lvl4pPr>
            <a:lvl5pPr algn="l">
              <a:defRPr sz="1500" b="1" i="0">
                <a:solidFill>
                  <a:srgbClr val="FFFFFF"/>
                </a:solidFill>
                <a:latin typeface="Arial Rounded MT Bold"/>
                <a:ea typeface="Arial Rounded MT Bold"/>
                <a:cs typeface="Arial Rounded MT Bold"/>
              </a:defRPr>
            </a:lvl5pPr>
            <a:lvl6pPr algn="l">
              <a:defRPr sz="1500" b="1" i="0">
                <a:solidFill>
                  <a:srgbClr val="FFFFFF"/>
                </a:solidFill>
                <a:latin typeface="Arial Rounded MT Bold"/>
                <a:ea typeface="Arial Rounded MT Bold"/>
                <a:cs typeface="Arial Rounded MT Bold"/>
              </a:defRPr>
            </a:lvl6pPr>
            <a:lvl7pPr algn="l">
              <a:defRPr sz="1500" b="1" i="0">
                <a:solidFill>
                  <a:srgbClr val="FFFFFF"/>
                </a:solidFill>
                <a:latin typeface="Arial Rounded MT Bold"/>
                <a:ea typeface="Arial Rounded MT Bold"/>
                <a:cs typeface="Arial Rounded MT Bold"/>
              </a:defRPr>
            </a:lvl7pPr>
            <a:lvl8pPr algn="l">
              <a:defRPr sz="1500" b="1" i="0">
                <a:solidFill>
                  <a:srgbClr val="FFFFFF"/>
                </a:solidFill>
                <a:latin typeface="Arial Rounded MT Bold"/>
                <a:ea typeface="Arial Rounded MT Bold"/>
                <a:cs typeface="Arial Rounded MT Bold"/>
              </a:defRPr>
            </a:lvl8pPr>
            <a:lvl9pPr algn="l">
              <a:defRPr sz="1500" b="1" i="0">
                <a:solidFill>
                  <a:srgbClr val="FFFFFF"/>
                </a:solidFill>
                <a:latin typeface="Arial Rounded MT Bold"/>
                <a:ea typeface="Arial Rounded MT Bold"/>
                <a:cs typeface="Arial Rounded MT Bold"/>
              </a:defRPr>
            </a:lvl9pPr>
          </a:lstStyle>
          <a:p>
            <a:pPr algn="l">
              <a:lnSpc>
                <a:spcPct val="100000"/>
              </a:lnSpc>
              <a:buNone/>
              <a:defRPr sz="1500" b="1" i="0">
                <a:solidFill>
                  <a:srgbClr val="FFFFFF"/>
                </a:solidFill>
                <a:latin typeface="Arial Rounded MT Bold"/>
                <a:ea typeface="Arial Rounded MT Bold"/>
                <a:cs typeface="Arial Rounded MT Bold"/>
              </a:defRPr>
            </a:pPr>
            <a:r>
              <a:rPr sz="1500" b="1" i="0">
                <a:solidFill>
                  <a:srgbClr val="FFFFFF"/>
                </a:solidFill>
                <a:latin typeface="Arial Rounded MT Bold"/>
                <a:ea typeface="Arial Rounded MT Bold"/>
                <a:cs typeface="Arial Rounded MT Bold"/>
              </a:rPr>
              <a:t>(b) Independent composition</a:t>
            </a:r>
          </a:p>
        </p:txBody>
      </p:sp>
      <p:sp>
        <p:nvSpPr>
          <p:cNvPr id="229" name="T10-independent-query">
            <a:extLst>
              <a:ext uri="{FF2B5EF4-FFF2-40B4-BE49-F238E27FC236}">
                <a16:creationId xmlns:a16="http://schemas.microsoft.com/office/drawing/2014/main" id="{3697EF64-80BF-4931-866A-79B3C69F223B}"/>
              </a:ext>
            </a:extLst>
          </p:cNvPr>
          <p:cNvSpPr>
            <a:spLocks noGrp="1"/>
          </p:cNvSpPr>
          <p:nvPr/>
        </p:nvSpPr>
        <p:spPr>
          <a:xfrm>
            <a:off x="3536194" y="3397710"/>
            <a:ext cx="7762875" cy="266700"/>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How many March activities were outdoors?</a:t>
            </a:r>
          </a:p>
        </p:txBody>
      </p:sp>
      <p:sp>
        <p:nvSpPr>
          <p:cNvPr id="230" name="P12-march-scope-text-0-0">
            <a:extLst>
              <a:ext uri="{FF2B5EF4-FFF2-40B4-BE49-F238E27FC236}">
                <a16:creationId xmlns:a16="http://schemas.microsoft.com/office/drawing/2014/main" id="{52B5CB4C-38B1-427A-BE81-2609A41FB886}"/>
              </a:ext>
            </a:extLst>
          </p:cNvPr>
          <p:cNvSpPr>
            <a:spLocks noGrp="1"/>
          </p:cNvSpPr>
          <p:nvPr/>
        </p:nvSpPr>
        <p:spPr>
          <a:xfrm>
            <a:off x="610319" y="3750135"/>
            <a:ext cx="1286254"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activity</a:t>
            </a:r>
          </a:p>
        </p:txBody>
      </p:sp>
      <p:sp>
        <p:nvSpPr>
          <p:cNvPr id="231" name="P12-march-scope-text-0-1">
            <a:extLst>
              <a:ext uri="{FF2B5EF4-FFF2-40B4-BE49-F238E27FC236}">
                <a16:creationId xmlns:a16="http://schemas.microsoft.com/office/drawing/2014/main" id="{DC29A98B-28DE-42FF-9732-3CFCE5BE12FE}"/>
              </a:ext>
            </a:extLst>
          </p:cNvPr>
          <p:cNvSpPr>
            <a:spLocks noGrp="1"/>
          </p:cNvSpPr>
          <p:nvPr/>
        </p:nvSpPr>
        <p:spPr>
          <a:xfrm>
            <a:off x="2016784" y="3750135"/>
            <a:ext cx="1250191"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setting</a:t>
            </a:r>
          </a:p>
        </p:txBody>
      </p:sp>
      <p:sp>
        <p:nvSpPr>
          <p:cNvPr id="232" name="P12-march-scope-text-1-0">
            <a:extLst>
              <a:ext uri="{FF2B5EF4-FFF2-40B4-BE49-F238E27FC236}">
                <a16:creationId xmlns:a16="http://schemas.microsoft.com/office/drawing/2014/main" id="{5E0723CD-8E5E-4FFD-A224-E82B25EC8C87}"/>
              </a:ext>
            </a:extLst>
          </p:cNvPr>
          <p:cNvSpPr>
            <a:spLocks noGrp="1"/>
          </p:cNvSpPr>
          <p:nvPr/>
        </p:nvSpPr>
        <p:spPr>
          <a:xfrm>
            <a:off x="610319" y="395968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hike-1</a:t>
            </a:r>
          </a:p>
        </p:txBody>
      </p:sp>
      <p:sp>
        <p:nvSpPr>
          <p:cNvPr id="233" name="P12-march-scope-text-1-1">
            <a:extLst>
              <a:ext uri="{FF2B5EF4-FFF2-40B4-BE49-F238E27FC236}">
                <a16:creationId xmlns:a16="http://schemas.microsoft.com/office/drawing/2014/main" id="{F47CD630-0555-4B85-91B0-5B92996B08B8}"/>
              </a:ext>
            </a:extLst>
          </p:cNvPr>
          <p:cNvSpPr>
            <a:spLocks noGrp="1"/>
          </p:cNvSpPr>
          <p:nvPr/>
        </p:nvSpPr>
        <p:spPr>
          <a:xfrm>
            <a:off x="2016784" y="3959685"/>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outdoor</a:t>
            </a:r>
          </a:p>
        </p:txBody>
      </p:sp>
      <p:sp>
        <p:nvSpPr>
          <p:cNvPr id="234" name="P12-march-scope-text-2-0">
            <a:extLst>
              <a:ext uri="{FF2B5EF4-FFF2-40B4-BE49-F238E27FC236}">
                <a16:creationId xmlns:a16="http://schemas.microsoft.com/office/drawing/2014/main" id="{EF89762C-F5A4-4D19-9C5C-C3EFB7A59BDB}"/>
              </a:ext>
            </a:extLst>
          </p:cNvPr>
          <p:cNvSpPr>
            <a:spLocks noGrp="1"/>
          </p:cNvSpPr>
          <p:nvPr/>
        </p:nvSpPr>
        <p:spPr>
          <a:xfrm>
            <a:off x="610319" y="416923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pottery-1</a:t>
            </a:r>
          </a:p>
        </p:txBody>
      </p:sp>
      <p:sp>
        <p:nvSpPr>
          <p:cNvPr id="235" name="P12-march-scope-text-2-1">
            <a:extLst>
              <a:ext uri="{FF2B5EF4-FFF2-40B4-BE49-F238E27FC236}">
                <a16:creationId xmlns:a16="http://schemas.microsoft.com/office/drawing/2014/main" id="{63F45883-DB73-4DD8-8314-037D1942A35F}"/>
              </a:ext>
            </a:extLst>
          </p:cNvPr>
          <p:cNvSpPr>
            <a:spLocks noGrp="1"/>
          </p:cNvSpPr>
          <p:nvPr/>
        </p:nvSpPr>
        <p:spPr>
          <a:xfrm>
            <a:off x="2016784" y="4169235"/>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indoor</a:t>
            </a:r>
          </a:p>
        </p:txBody>
      </p:sp>
      <p:sp>
        <p:nvSpPr>
          <p:cNvPr id="236" name="P12-march-scope-text-3-0">
            <a:extLst>
              <a:ext uri="{FF2B5EF4-FFF2-40B4-BE49-F238E27FC236}">
                <a16:creationId xmlns:a16="http://schemas.microsoft.com/office/drawing/2014/main" id="{1F526455-BE33-4092-A161-83848CAFC613}"/>
              </a:ext>
            </a:extLst>
          </p:cNvPr>
          <p:cNvSpPr>
            <a:spLocks noGrp="1"/>
          </p:cNvSpPr>
          <p:nvPr/>
        </p:nvSpPr>
        <p:spPr>
          <a:xfrm>
            <a:off x="610319" y="437878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ride-1</a:t>
            </a:r>
          </a:p>
        </p:txBody>
      </p:sp>
      <p:sp>
        <p:nvSpPr>
          <p:cNvPr id="237" name="P12-march-scope-text-3-1">
            <a:extLst>
              <a:ext uri="{FF2B5EF4-FFF2-40B4-BE49-F238E27FC236}">
                <a16:creationId xmlns:a16="http://schemas.microsoft.com/office/drawing/2014/main" id="{8CC5C5BF-398C-4C06-AE44-C41211EE212B}"/>
              </a:ext>
            </a:extLst>
          </p:cNvPr>
          <p:cNvSpPr>
            <a:spLocks noGrp="1"/>
          </p:cNvSpPr>
          <p:nvPr/>
        </p:nvSpPr>
        <p:spPr>
          <a:xfrm>
            <a:off x="2016784" y="4378785"/>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outdoor</a:t>
            </a:r>
          </a:p>
        </p:txBody>
      </p:sp>
      <p:sp>
        <p:nvSpPr>
          <p:cNvPr id="238" name="P15-independent-outcomes-text-0-0">
            <a:extLst>
              <a:ext uri="{FF2B5EF4-FFF2-40B4-BE49-F238E27FC236}">
                <a16:creationId xmlns:a16="http://schemas.microsoft.com/office/drawing/2014/main" id="{200AF966-383A-4A08-8DD9-5E3D02FF16AD}"/>
              </a:ext>
            </a:extLst>
          </p:cNvPr>
          <p:cNvSpPr>
            <a:spLocks noGrp="1"/>
          </p:cNvSpPr>
          <p:nvPr/>
        </p:nvSpPr>
        <p:spPr>
          <a:xfrm>
            <a:off x="4913862" y="3750135"/>
            <a:ext cx="1286254"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activity</a:t>
            </a:r>
          </a:p>
        </p:txBody>
      </p:sp>
      <p:sp>
        <p:nvSpPr>
          <p:cNvPr id="239" name="P15-independent-outcomes-text-0-1">
            <a:extLst>
              <a:ext uri="{FF2B5EF4-FFF2-40B4-BE49-F238E27FC236}">
                <a16:creationId xmlns:a16="http://schemas.microsoft.com/office/drawing/2014/main" id="{3BE91C44-4998-4D53-8DB2-FE22D962908D}"/>
              </a:ext>
            </a:extLst>
          </p:cNvPr>
          <p:cNvSpPr>
            <a:spLocks noGrp="1"/>
          </p:cNvSpPr>
          <p:nvPr/>
        </p:nvSpPr>
        <p:spPr>
          <a:xfrm>
            <a:off x="6320327" y="3750135"/>
            <a:ext cx="757327"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yes?</a:t>
            </a:r>
          </a:p>
        </p:txBody>
      </p:sp>
      <p:sp>
        <p:nvSpPr>
          <p:cNvPr id="240" name="P15-independent-outcomes-text-1-0">
            <a:extLst>
              <a:ext uri="{FF2B5EF4-FFF2-40B4-BE49-F238E27FC236}">
                <a16:creationId xmlns:a16="http://schemas.microsoft.com/office/drawing/2014/main" id="{8E578CD4-540B-4E26-B395-DE5BBEC57AB1}"/>
              </a:ext>
            </a:extLst>
          </p:cNvPr>
          <p:cNvSpPr>
            <a:spLocks noGrp="1"/>
          </p:cNvSpPr>
          <p:nvPr/>
        </p:nvSpPr>
        <p:spPr>
          <a:xfrm>
            <a:off x="4913862" y="395968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hike-1</a:t>
            </a:r>
          </a:p>
        </p:txBody>
      </p:sp>
      <p:sp>
        <p:nvSpPr>
          <p:cNvPr id="241" name="P15-independent-outcomes-text-1-1">
            <a:extLst>
              <a:ext uri="{FF2B5EF4-FFF2-40B4-BE49-F238E27FC236}">
                <a16:creationId xmlns:a16="http://schemas.microsoft.com/office/drawing/2014/main" id="{4D33225B-90DC-4C62-9819-A55DE75B5FE9}"/>
              </a:ext>
            </a:extLst>
          </p:cNvPr>
          <p:cNvSpPr>
            <a:spLocks noGrp="1"/>
          </p:cNvSpPr>
          <p:nvPr/>
        </p:nvSpPr>
        <p:spPr>
          <a:xfrm>
            <a:off x="6320327" y="3959685"/>
            <a:ext cx="757327"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1</a:t>
            </a:r>
          </a:p>
        </p:txBody>
      </p:sp>
      <p:sp>
        <p:nvSpPr>
          <p:cNvPr id="242" name="P15-independent-outcomes-text-2-0">
            <a:extLst>
              <a:ext uri="{FF2B5EF4-FFF2-40B4-BE49-F238E27FC236}">
                <a16:creationId xmlns:a16="http://schemas.microsoft.com/office/drawing/2014/main" id="{D08F6C5E-AD1E-45BB-9E3B-36CB5089CEAF}"/>
              </a:ext>
            </a:extLst>
          </p:cNvPr>
          <p:cNvSpPr>
            <a:spLocks noGrp="1"/>
          </p:cNvSpPr>
          <p:nvPr/>
        </p:nvSpPr>
        <p:spPr>
          <a:xfrm>
            <a:off x="4913862" y="416923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pottery-1</a:t>
            </a:r>
          </a:p>
        </p:txBody>
      </p:sp>
      <p:sp>
        <p:nvSpPr>
          <p:cNvPr id="243" name="P15-independent-outcomes-text-2-1">
            <a:extLst>
              <a:ext uri="{FF2B5EF4-FFF2-40B4-BE49-F238E27FC236}">
                <a16:creationId xmlns:a16="http://schemas.microsoft.com/office/drawing/2014/main" id="{3438FF1C-9590-4F99-BD8F-E1A73C54BC10}"/>
              </a:ext>
            </a:extLst>
          </p:cNvPr>
          <p:cNvSpPr>
            <a:spLocks noGrp="1"/>
          </p:cNvSpPr>
          <p:nvPr/>
        </p:nvSpPr>
        <p:spPr>
          <a:xfrm>
            <a:off x="6320327" y="4169235"/>
            <a:ext cx="757327"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0</a:t>
            </a:r>
          </a:p>
        </p:txBody>
      </p:sp>
      <p:sp>
        <p:nvSpPr>
          <p:cNvPr id="244" name="P15-independent-outcomes-text-3-0">
            <a:extLst>
              <a:ext uri="{FF2B5EF4-FFF2-40B4-BE49-F238E27FC236}">
                <a16:creationId xmlns:a16="http://schemas.microsoft.com/office/drawing/2014/main" id="{05F2480B-852E-4E4F-94A3-ACB08B3EF16C}"/>
              </a:ext>
            </a:extLst>
          </p:cNvPr>
          <p:cNvSpPr>
            <a:spLocks noGrp="1"/>
          </p:cNvSpPr>
          <p:nvPr/>
        </p:nvSpPr>
        <p:spPr>
          <a:xfrm>
            <a:off x="4913862" y="4378785"/>
            <a:ext cx="1286254"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ride-1</a:t>
            </a:r>
          </a:p>
        </p:txBody>
      </p:sp>
      <p:sp>
        <p:nvSpPr>
          <p:cNvPr id="245" name="P15-independent-outcomes-text-3-1">
            <a:extLst>
              <a:ext uri="{FF2B5EF4-FFF2-40B4-BE49-F238E27FC236}">
                <a16:creationId xmlns:a16="http://schemas.microsoft.com/office/drawing/2014/main" id="{81C509D3-202E-41F5-990A-CFEC80F77F98}"/>
              </a:ext>
            </a:extLst>
          </p:cNvPr>
          <p:cNvSpPr>
            <a:spLocks noGrp="1"/>
          </p:cNvSpPr>
          <p:nvPr/>
        </p:nvSpPr>
        <p:spPr>
          <a:xfrm>
            <a:off x="6320327" y="4378785"/>
            <a:ext cx="757327"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1</a:t>
            </a:r>
          </a:p>
        </p:txBody>
      </p:sp>
      <p:sp>
        <p:nvSpPr>
          <p:cNvPr id="246" name="P17-independent-count-text-0-0">
            <a:extLst>
              <a:ext uri="{FF2B5EF4-FFF2-40B4-BE49-F238E27FC236}">
                <a16:creationId xmlns:a16="http://schemas.microsoft.com/office/drawing/2014/main" id="{3B481A9C-D5AD-477E-9AC9-C7B1B12B814C}"/>
              </a:ext>
            </a:extLst>
          </p:cNvPr>
          <p:cNvSpPr>
            <a:spLocks noGrp="1"/>
          </p:cNvSpPr>
          <p:nvPr/>
        </p:nvSpPr>
        <p:spPr>
          <a:xfrm>
            <a:off x="10022816" y="3950160"/>
            <a:ext cx="1166044"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count</a:t>
            </a:r>
          </a:p>
        </p:txBody>
      </p:sp>
      <p:sp>
        <p:nvSpPr>
          <p:cNvPr id="247" name="P17-independent-count-text-1-0">
            <a:extLst>
              <a:ext uri="{FF2B5EF4-FFF2-40B4-BE49-F238E27FC236}">
                <a16:creationId xmlns:a16="http://schemas.microsoft.com/office/drawing/2014/main" id="{B2133DB7-3B44-47B6-9DA3-6D862D30D60D}"/>
              </a:ext>
            </a:extLst>
          </p:cNvPr>
          <p:cNvSpPr>
            <a:spLocks noGrp="1"/>
          </p:cNvSpPr>
          <p:nvPr/>
        </p:nvSpPr>
        <p:spPr>
          <a:xfrm>
            <a:off x="10022816" y="4178760"/>
            <a:ext cx="1166044"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2</a:t>
            </a:r>
          </a:p>
        </p:txBody>
      </p:sp>
      <p:sp>
        <p:nvSpPr>
          <p:cNvPr id="248" name="T10-eval-label">
            <a:extLst>
              <a:ext uri="{FF2B5EF4-FFF2-40B4-BE49-F238E27FC236}">
                <a16:creationId xmlns:a16="http://schemas.microsoft.com/office/drawing/2014/main" id="{16ADE28B-CCC1-4076-B828-981561BB5116}"/>
              </a:ext>
            </a:extLst>
          </p:cNvPr>
          <p:cNvSpPr>
            <a:spLocks noGrp="1"/>
          </p:cNvSpPr>
          <p:nvPr/>
        </p:nvSpPr>
        <p:spPr>
          <a:xfrm>
            <a:off x="3622957" y="3883485"/>
            <a:ext cx="1322318" cy="25717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Evaluate</a:t>
            </a:r>
          </a:p>
        </p:txBody>
      </p:sp>
      <p:sp>
        <p:nvSpPr>
          <p:cNvPr id="249" name="T10-eval-param">
            <a:extLst>
              <a:ext uri="{FF2B5EF4-FFF2-40B4-BE49-F238E27FC236}">
                <a16:creationId xmlns:a16="http://schemas.microsoft.com/office/drawing/2014/main" id="{7EC54ACD-06C3-45B4-85CD-ECDA12924F64}"/>
              </a:ext>
            </a:extLst>
          </p:cNvPr>
          <p:cNvSpPr>
            <a:spLocks noGrp="1"/>
          </p:cNvSpPr>
          <p:nvPr/>
        </p:nvSpPr>
        <p:spPr>
          <a:xfrm>
            <a:off x="3696279" y="4219240"/>
            <a:ext cx="1418486" cy="238125"/>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outdoor?</a:t>
            </a:r>
          </a:p>
        </p:txBody>
      </p:sp>
      <p:sp>
        <p:nvSpPr>
          <p:cNvPr id="250" name="T10-combine-label">
            <a:extLst>
              <a:ext uri="{FF2B5EF4-FFF2-40B4-BE49-F238E27FC236}">
                <a16:creationId xmlns:a16="http://schemas.microsoft.com/office/drawing/2014/main" id="{0DD45F5F-0A05-4370-8588-30D850275BA8}"/>
              </a:ext>
            </a:extLst>
          </p:cNvPr>
          <p:cNvSpPr>
            <a:spLocks noGrp="1"/>
          </p:cNvSpPr>
          <p:nvPr/>
        </p:nvSpPr>
        <p:spPr>
          <a:xfrm>
            <a:off x="8175767" y="3866523"/>
            <a:ext cx="1442528" cy="25717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Combine</a:t>
            </a:r>
          </a:p>
        </p:txBody>
      </p:sp>
      <p:sp>
        <p:nvSpPr>
          <p:cNvPr id="251" name="T10-count-arithmetic">
            <a:extLst>
              <a:ext uri="{FF2B5EF4-FFF2-40B4-BE49-F238E27FC236}">
                <a16:creationId xmlns:a16="http://schemas.microsoft.com/office/drawing/2014/main" id="{6CB5BEAD-BC42-49D3-9E7D-04699610E025}"/>
              </a:ext>
            </a:extLst>
          </p:cNvPr>
          <p:cNvSpPr>
            <a:spLocks noGrp="1"/>
          </p:cNvSpPr>
          <p:nvPr/>
        </p:nvSpPr>
        <p:spPr>
          <a:xfrm>
            <a:off x="8243460" y="4225733"/>
            <a:ext cx="1731034" cy="238125"/>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1 + 0 + 1</a:t>
            </a:r>
          </a:p>
        </p:txBody>
      </p:sp>
      <p:sp>
        <p:nvSpPr>
          <p:cNvPr id="252" name="T12-dependent-title">
            <a:extLst>
              <a:ext uri="{FF2B5EF4-FFF2-40B4-BE49-F238E27FC236}">
                <a16:creationId xmlns:a16="http://schemas.microsoft.com/office/drawing/2014/main" id="{C45DF25A-7810-437C-B017-E4B4314CF827}"/>
              </a:ext>
            </a:extLst>
          </p:cNvPr>
          <p:cNvSpPr>
            <a:spLocks noGrp="1"/>
          </p:cNvSpPr>
          <p:nvPr/>
        </p:nvSpPr>
        <p:spPr>
          <a:xfrm>
            <a:off x="609600" y="4702635"/>
            <a:ext cx="2686050" cy="285750"/>
          </a:xfrm>
          <a:prstGeom prst="rect">
            <a:avLst/>
          </a:prstGeom>
          <a:noFill/>
          <a:ln w="0">
            <a:noFill/>
          </a:ln>
        </p:spPr>
        <p:txBody>
          <a:bodyPr wrap="none" lIns="0" tIns="0" rIns="0" bIns="0" anchor="t">
            <a:noAutofit/>
          </a:bodyPr>
          <a:lstStyle>
            <a:defPPr algn="l">
              <a:defRPr sz="1500" b="1" i="0">
                <a:solidFill>
                  <a:srgbClr val="FFFFFF"/>
                </a:solidFill>
                <a:latin typeface="Arial Rounded MT Bold"/>
                <a:ea typeface="Arial Rounded MT Bold"/>
                <a:cs typeface="Arial Rounded MT Bold"/>
              </a:defRPr>
            </a:defPPr>
            <a:lvl1pPr algn="l">
              <a:defRPr sz="1500" b="1" i="0">
                <a:solidFill>
                  <a:srgbClr val="FFFFFF"/>
                </a:solidFill>
                <a:latin typeface="Arial Rounded MT Bold"/>
                <a:ea typeface="Arial Rounded MT Bold"/>
                <a:cs typeface="Arial Rounded MT Bold"/>
              </a:defRPr>
            </a:lvl1pPr>
            <a:lvl2pPr algn="l">
              <a:defRPr sz="1500" b="1" i="0">
                <a:solidFill>
                  <a:srgbClr val="FFFFFF"/>
                </a:solidFill>
                <a:latin typeface="Arial Rounded MT Bold"/>
                <a:ea typeface="Arial Rounded MT Bold"/>
                <a:cs typeface="Arial Rounded MT Bold"/>
              </a:defRPr>
            </a:lvl2pPr>
            <a:lvl3pPr algn="l">
              <a:defRPr sz="1500" b="1" i="0">
                <a:solidFill>
                  <a:srgbClr val="FFFFFF"/>
                </a:solidFill>
                <a:latin typeface="Arial Rounded MT Bold"/>
                <a:ea typeface="Arial Rounded MT Bold"/>
                <a:cs typeface="Arial Rounded MT Bold"/>
              </a:defRPr>
            </a:lvl3pPr>
            <a:lvl4pPr algn="l">
              <a:defRPr sz="1500" b="1" i="0">
                <a:solidFill>
                  <a:srgbClr val="FFFFFF"/>
                </a:solidFill>
                <a:latin typeface="Arial Rounded MT Bold"/>
                <a:ea typeface="Arial Rounded MT Bold"/>
                <a:cs typeface="Arial Rounded MT Bold"/>
              </a:defRPr>
            </a:lvl4pPr>
            <a:lvl5pPr algn="l">
              <a:defRPr sz="1500" b="1" i="0">
                <a:solidFill>
                  <a:srgbClr val="FFFFFF"/>
                </a:solidFill>
                <a:latin typeface="Arial Rounded MT Bold"/>
                <a:ea typeface="Arial Rounded MT Bold"/>
                <a:cs typeface="Arial Rounded MT Bold"/>
              </a:defRPr>
            </a:lvl5pPr>
            <a:lvl6pPr algn="l">
              <a:defRPr sz="1500" b="1" i="0">
                <a:solidFill>
                  <a:srgbClr val="FFFFFF"/>
                </a:solidFill>
                <a:latin typeface="Arial Rounded MT Bold"/>
                <a:ea typeface="Arial Rounded MT Bold"/>
                <a:cs typeface="Arial Rounded MT Bold"/>
              </a:defRPr>
            </a:lvl6pPr>
            <a:lvl7pPr algn="l">
              <a:defRPr sz="1500" b="1" i="0">
                <a:solidFill>
                  <a:srgbClr val="FFFFFF"/>
                </a:solidFill>
                <a:latin typeface="Arial Rounded MT Bold"/>
                <a:ea typeface="Arial Rounded MT Bold"/>
                <a:cs typeface="Arial Rounded MT Bold"/>
              </a:defRPr>
            </a:lvl7pPr>
            <a:lvl8pPr algn="l">
              <a:defRPr sz="1500" b="1" i="0">
                <a:solidFill>
                  <a:srgbClr val="FFFFFF"/>
                </a:solidFill>
                <a:latin typeface="Arial Rounded MT Bold"/>
                <a:ea typeface="Arial Rounded MT Bold"/>
                <a:cs typeface="Arial Rounded MT Bold"/>
              </a:defRPr>
            </a:lvl8pPr>
            <a:lvl9pPr algn="l">
              <a:defRPr sz="1500" b="1" i="0">
                <a:solidFill>
                  <a:srgbClr val="FFFFFF"/>
                </a:solidFill>
                <a:latin typeface="Arial Rounded MT Bold"/>
                <a:ea typeface="Arial Rounded MT Bold"/>
                <a:cs typeface="Arial Rounded MT Bold"/>
              </a:defRPr>
            </a:lvl9pPr>
          </a:lstStyle>
          <a:p>
            <a:pPr algn="l">
              <a:lnSpc>
                <a:spcPct val="100000"/>
              </a:lnSpc>
              <a:buNone/>
              <a:defRPr sz="1500" b="1" i="0">
                <a:solidFill>
                  <a:srgbClr val="FFFFFF"/>
                </a:solidFill>
                <a:latin typeface="Arial Rounded MT Bold"/>
                <a:ea typeface="Arial Rounded MT Bold"/>
                <a:cs typeface="Arial Rounded MT Bold"/>
              </a:defRPr>
            </a:pPr>
            <a:r>
              <a:rPr sz="1500" b="1" i="0">
                <a:solidFill>
                  <a:srgbClr val="FFFFFF"/>
                </a:solidFill>
                <a:latin typeface="Arial Rounded MT Bold"/>
                <a:ea typeface="Arial Rounded MT Bold"/>
                <a:cs typeface="Arial Rounded MT Bold"/>
              </a:rPr>
              <a:t>(c) Dependent composition</a:t>
            </a:r>
          </a:p>
        </p:txBody>
      </p:sp>
      <p:sp>
        <p:nvSpPr>
          <p:cNvPr id="253" name="T13-dependent-query">
            <a:extLst>
              <a:ext uri="{FF2B5EF4-FFF2-40B4-BE49-F238E27FC236}">
                <a16:creationId xmlns:a16="http://schemas.microsoft.com/office/drawing/2014/main" id="{C0622BBA-E819-4781-828D-C4349A0ED223}"/>
              </a:ext>
            </a:extLst>
          </p:cNvPr>
          <p:cNvSpPr>
            <a:spLocks noGrp="1"/>
          </p:cNvSpPr>
          <p:nvPr/>
        </p:nvSpPr>
        <p:spPr>
          <a:xfrm>
            <a:off x="3496719" y="4716923"/>
            <a:ext cx="7886700" cy="266700"/>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Who organized my longest outdoor activity in March?</a:t>
            </a:r>
          </a:p>
        </p:txBody>
      </p:sp>
      <p:sp>
        <p:nvSpPr>
          <p:cNvPr id="254" name="P18-outdoor-durations-text-0-0">
            <a:extLst>
              <a:ext uri="{FF2B5EF4-FFF2-40B4-BE49-F238E27FC236}">
                <a16:creationId xmlns:a16="http://schemas.microsoft.com/office/drawing/2014/main" id="{FD2466DD-5592-439D-92E2-F52DE296DC4D}"/>
              </a:ext>
            </a:extLst>
          </p:cNvPr>
          <p:cNvSpPr>
            <a:spLocks noGrp="1"/>
          </p:cNvSpPr>
          <p:nvPr/>
        </p:nvSpPr>
        <p:spPr>
          <a:xfrm>
            <a:off x="610319" y="5116973"/>
            <a:ext cx="1262212"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outdoor</a:t>
            </a:r>
          </a:p>
        </p:txBody>
      </p:sp>
      <p:sp>
        <p:nvSpPr>
          <p:cNvPr id="255" name="P18-outdoor-durations-text-0-1">
            <a:extLst>
              <a:ext uri="{FF2B5EF4-FFF2-40B4-BE49-F238E27FC236}">
                <a16:creationId xmlns:a16="http://schemas.microsoft.com/office/drawing/2014/main" id="{3915AD96-B3E8-4E12-AC1C-EF846C5A0994}"/>
              </a:ext>
            </a:extLst>
          </p:cNvPr>
          <p:cNvSpPr>
            <a:spLocks noGrp="1"/>
          </p:cNvSpPr>
          <p:nvPr/>
        </p:nvSpPr>
        <p:spPr>
          <a:xfrm>
            <a:off x="1992742" y="5116973"/>
            <a:ext cx="106987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duration</a:t>
            </a:r>
          </a:p>
        </p:txBody>
      </p:sp>
      <p:sp>
        <p:nvSpPr>
          <p:cNvPr id="256" name="P18-outdoor-durations-text-1-0">
            <a:extLst>
              <a:ext uri="{FF2B5EF4-FFF2-40B4-BE49-F238E27FC236}">
                <a16:creationId xmlns:a16="http://schemas.microsoft.com/office/drawing/2014/main" id="{D969CCE9-90D6-4258-AE83-3226F1402BC9}"/>
              </a:ext>
            </a:extLst>
          </p:cNvPr>
          <p:cNvSpPr>
            <a:spLocks noGrp="1"/>
          </p:cNvSpPr>
          <p:nvPr/>
        </p:nvSpPr>
        <p:spPr>
          <a:xfrm>
            <a:off x="610319" y="5355098"/>
            <a:ext cx="12622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hike-1</a:t>
            </a:r>
          </a:p>
        </p:txBody>
      </p:sp>
      <p:sp>
        <p:nvSpPr>
          <p:cNvPr id="257" name="P18-outdoor-durations-text-1-1">
            <a:extLst>
              <a:ext uri="{FF2B5EF4-FFF2-40B4-BE49-F238E27FC236}">
                <a16:creationId xmlns:a16="http://schemas.microsoft.com/office/drawing/2014/main" id="{DD84DAEF-246A-4444-B317-9D938F960700}"/>
              </a:ext>
            </a:extLst>
          </p:cNvPr>
          <p:cNvSpPr>
            <a:spLocks noGrp="1"/>
          </p:cNvSpPr>
          <p:nvPr/>
        </p:nvSpPr>
        <p:spPr>
          <a:xfrm>
            <a:off x="1992742" y="5355098"/>
            <a:ext cx="1069875"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4 h</a:t>
            </a:r>
          </a:p>
        </p:txBody>
      </p:sp>
      <p:sp>
        <p:nvSpPr>
          <p:cNvPr id="258" name="P18-outdoor-durations-text-2-0">
            <a:extLst>
              <a:ext uri="{FF2B5EF4-FFF2-40B4-BE49-F238E27FC236}">
                <a16:creationId xmlns:a16="http://schemas.microsoft.com/office/drawing/2014/main" id="{09026B18-473F-457D-9217-179DAE6A9C37}"/>
              </a:ext>
            </a:extLst>
          </p:cNvPr>
          <p:cNvSpPr>
            <a:spLocks noGrp="1"/>
          </p:cNvSpPr>
          <p:nvPr/>
        </p:nvSpPr>
        <p:spPr>
          <a:xfrm>
            <a:off x="610319" y="5593223"/>
            <a:ext cx="12622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ride-1</a:t>
            </a:r>
          </a:p>
        </p:txBody>
      </p:sp>
      <p:sp>
        <p:nvSpPr>
          <p:cNvPr id="259" name="P18-outdoor-durations-text-2-1">
            <a:extLst>
              <a:ext uri="{FF2B5EF4-FFF2-40B4-BE49-F238E27FC236}">
                <a16:creationId xmlns:a16="http://schemas.microsoft.com/office/drawing/2014/main" id="{C13884AB-E0D9-4768-809F-1C1589DE0B3D}"/>
              </a:ext>
            </a:extLst>
          </p:cNvPr>
          <p:cNvSpPr>
            <a:spLocks noGrp="1"/>
          </p:cNvSpPr>
          <p:nvPr/>
        </p:nvSpPr>
        <p:spPr>
          <a:xfrm>
            <a:off x="1992742" y="5593223"/>
            <a:ext cx="1069875"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3 h</a:t>
            </a:r>
          </a:p>
        </p:txBody>
      </p:sp>
      <p:sp>
        <p:nvSpPr>
          <p:cNvPr id="260" name="P20-supported-winner-text-0-0">
            <a:extLst>
              <a:ext uri="{FF2B5EF4-FFF2-40B4-BE49-F238E27FC236}">
                <a16:creationId xmlns:a16="http://schemas.microsoft.com/office/drawing/2014/main" id="{9976F4A5-095A-47DC-A95C-CE1717A867F8}"/>
              </a:ext>
            </a:extLst>
          </p:cNvPr>
          <p:cNvSpPr>
            <a:spLocks noGrp="1"/>
          </p:cNvSpPr>
          <p:nvPr/>
        </p:nvSpPr>
        <p:spPr>
          <a:xfrm>
            <a:off x="4793651" y="5240798"/>
            <a:ext cx="1262212"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longest</a:t>
            </a:r>
          </a:p>
        </p:txBody>
      </p:sp>
      <p:sp>
        <p:nvSpPr>
          <p:cNvPr id="261" name="P20-supported-winner-text-1-0">
            <a:extLst>
              <a:ext uri="{FF2B5EF4-FFF2-40B4-BE49-F238E27FC236}">
                <a16:creationId xmlns:a16="http://schemas.microsoft.com/office/drawing/2014/main" id="{31DA7F8C-2ADB-4D79-8546-4D643808E663}"/>
              </a:ext>
            </a:extLst>
          </p:cNvPr>
          <p:cNvSpPr>
            <a:spLocks noGrp="1"/>
          </p:cNvSpPr>
          <p:nvPr/>
        </p:nvSpPr>
        <p:spPr>
          <a:xfrm>
            <a:off x="4793651" y="5469398"/>
            <a:ext cx="12622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hike-1</a:t>
            </a:r>
          </a:p>
        </p:txBody>
      </p:sp>
      <p:sp>
        <p:nvSpPr>
          <p:cNvPr id="262" name="T13-compare-op">
            <a:extLst>
              <a:ext uri="{FF2B5EF4-FFF2-40B4-BE49-F238E27FC236}">
                <a16:creationId xmlns:a16="http://schemas.microsoft.com/office/drawing/2014/main" id="{769C7169-C7D0-4D98-8A14-68ED173D0140}"/>
              </a:ext>
            </a:extLst>
          </p:cNvPr>
          <p:cNvSpPr>
            <a:spLocks noGrp="1"/>
          </p:cNvSpPr>
          <p:nvPr/>
        </p:nvSpPr>
        <p:spPr>
          <a:xfrm>
            <a:off x="3495375" y="5188411"/>
            <a:ext cx="1370402" cy="25717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Compare</a:t>
            </a:r>
          </a:p>
        </p:txBody>
      </p:sp>
      <p:sp>
        <p:nvSpPr>
          <p:cNvPr id="263" name="T13-compare-values">
            <a:extLst>
              <a:ext uri="{FF2B5EF4-FFF2-40B4-BE49-F238E27FC236}">
                <a16:creationId xmlns:a16="http://schemas.microsoft.com/office/drawing/2014/main" id="{BE0AD660-67D4-4427-9769-2DF4441898CB}"/>
              </a:ext>
            </a:extLst>
          </p:cNvPr>
          <p:cNvSpPr>
            <a:spLocks noGrp="1"/>
          </p:cNvSpPr>
          <p:nvPr/>
        </p:nvSpPr>
        <p:spPr>
          <a:xfrm>
            <a:off x="3557934" y="5519405"/>
            <a:ext cx="1562739" cy="238125"/>
          </a:xfrm>
          <a:prstGeom prst="rect">
            <a:avLst/>
          </a:prstGeom>
          <a:noFill/>
          <a:ln w="0">
            <a:noFill/>
          </a:ln>
        </p:spPr>
        <p:txBody>
          <a:bodyPr wrap="none" lIns="0" tIns="0" rIns="0" bIns="0" anchor="t">
            <a:noAutofit/>
          </a:bodyPr>
          <a:lstStyle>
            <a:defPPr algn="l">
              <a:defRPr sz="1425" b="0" i="1">
                <a:solidFill>
                  <a:srgbClr val="171717"/>
                </a:solidFill>
                <a:latin typeface="Trebuchet MS"/>
                <a:ea typeface="Trebuchet MS"/>
                <a:cs typeface="Trebuchet MS"/>
              </a:defRPr>
            </a:defPPr>
            <a:lvl1pPr algn="l">
              <a:defRPr sz="1425" b="0" i="1">
                <a:solidFill>
                  <a:srgbClr val="171717"/>
                </a:solidFill>
                <a:latin typeface="Trebuchet MS"/>
                <a:ea typeface="Trebuchet MS"/>
                <a:cs typeface="Trebuchet MS"/>
              </a:defRPr>
            </a:lvl1pPr>
            <a:lvl2pPr algn="l">
              <a:defRPr sz="1425" b="0" i="1">
                <a:solidFill>
                  <a:srgbClr val="171717"/>
                </a:solidFill>
                <a:latin typeface="Trebuchet MS"/>
                <a:ea typeface="Trebuchet MS"/>
                <a:cs typeface="Trebuchet MS"/>
              </a:defRPr>
            </a:lvl2pPr>
            <a:lvl3pPr algn="l">
              <a:defRPr sz="1425" b="0" i="1">
                <a:solidFill>
                  <a:srgbClr val="171717"/>
                </a:solidFill>
                <a:latin typeface="Trebuchet MS"/>
                <a:ea typeface="Trebuchet MS"/>
                <a:cs typeface="Trebuchet MS"/>
              </a:defRPr>
            </a:lvl3pPr>
            <a:lvl4pPr algn="l">
              <a:defRPr sz="1425" b="0" i="1">
                <a:solidFill>
                  <a:srgbClr val="171717"/>
                </a:solidFill>
                <a:latin typeface="Trebuchet MS"/>
                <a:ea typeface="Trebuchet MS"/>
                <a:cs typeface="Trebuchet MS"/>
              </a:defRPr>
            </a:lvl4pPr>
            <a:lvl5pPr algn="l">
              <a:defRPr sz="1425" b="0" i="1">
                <a:solidFill>
                  <a:srgbClr val="171717"/>
                </a:solidFill>
                <a:latin typeface="Trebuchet MS"/>
                <a:ea typeface="Trebuchet MS"/>
                <a:cs typeface="Trebuchet MS"/>
              </a:defRPr>
            </a:lvl5pPr>
            <a:lvl6pPr algn="l">
              <a:defRPr sz="1425" b="0" i="1">
                <a:solidFill>
                  <a:srgbClr val="171717"/>
                </a:solidFill>
                <a:latin typeface="Trebuchet MS"/>
                <a:ea typeface="Trebuchet MS"/>
                <a:cs typeface="Trebuchet MS"/>
              </a:defRPr>
            </a:lvl6pPr>
            <a:lvl7pPr algn="l">
              <a:defRPr sz="1425" b="0" i="1">
                <a:solidFill>
                  <a:srgbClr val="171717"/>
                </a:solidFill>
                <a:latin typeface="Trebuchet MS"/>
                <a:ea typeface="Trebuchet MS"/>
                <a:cs typeface="Trebuchet MS"/>
              </a:defRPr>
            </a:lvl7pPr>
            <a:lvl8pPr algn="l">
              <a:defRPr sz="1425" b="0" i="1">
                <a:solidFill>
                  <a:srgbClr val="171717"/>
                </a:solidFill>
                <a:latin typeface="Trebuchet MS"/>
                <a:ea typeface="Trebuchet MS"/>
                <a:cs typeface="Trebuchet MS"/>
              </a:defRPr>
            </a:lvl8pPr>
            <a:lvl9pPr algn="l">
              <a:defRPr sz="1425" b="0" i="1">
                <a:solidFill>
                  <a:srgbClr val="171717"/>
                </a:solidFill>
                <a:latin typeface="Trebuchet MS"/>
                <a:ea typeface="Trebuchet MS"/>
                <a:cs typeface="Trebuchet MS"/>
              </a:defRPr>
            </a:lvl9pPr>
          </a:lstStyle>
          <a:p>
            <a:pPr algn="l">
              <a:lnSpc>
                <a:spcPct val="100000"/>
              </a:lnSpc>
              <a:buNone/>
              <a:defRPr sz="1425" b="0" i="1">
                <a:solidFill>
                  <a:srgbClr val="171717"/>
                </a:solidFill>
                <a:latin typeface="Trebuchet MS"/>
                <a:ea typeface="Trebuchet MS"/>
                <a:cs typeface="Trebuchet MS"/>
              </a:defRPr>
            </a:pPr>
            <a:r>
              <a:rPr sz="1400" b="0" i="1" dirty="0">
                <a:solidFill>
                  <a:schemeClr val="bg1">
                    <a:lumMod val="50000"/>
                  </a:schemeClr>
                </a:solidFill>
                <a:latin typeface="Trebuchet MS"/>
                <a:ea typeface="Trebuchet MS"/>
                <a:cs typeface="Trebuchet MS"/>
              </a:rPr>
              <a:t>4 h &gt; 3 h</a:t>
            </a:r>
          </a:p>
        </p:txBody>
      </p:sp>
      <p:sp>
        <p:nvSpPr>
          <p:cNvPr id="264" name="T14-bind-op">
            <a:extLst>
              <a:ext uri="{FF2B5EF4-FFF2-40B4-BE49-F238E27FC236}">
                <a16:creationId xmlns:a16="http://schemas.microsoft.com/office/drawing/2014/main" id="{29D2461E-811F-4A10-B9FA-6172A4AA6270}"/>
              </a:ext>
            </a:extLst>
          </p:cNvPr>
          <p:cNvSpPr>
            <a:spLocks noGrp="1"/>
          </p:cNvSpPr>
          <p:nvPr/>
        </p:nvSpPr>
        <p:spPr>
          <a:xfrm>
            <a:off x="6705001" y="5197935"/>
            <a:ext cx="1117959" cy="23812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l">
              <a:lnSpc>
                <a:spcPct val="100000"/>
              </a:lnSpc>
              <a:buNone/>
              <a:defRPr sz="1500" b="1" i="0">
                <a:solidFill>
                  <a:srgbClr val="171717"/>
                </a:solidFill>
                <a:latin typeface="Arial Rounded MT Bold"/>
                <a:ea typeface="Arial Rounded MT Bold"/>
                <a:cs typeface="Arial Rounded MT Bold"/>
              </a:defRPr>
            </a:pPr>
            <a:r>
              <a:rPr sz="1500" b="1" i="0">
                <a:solidFill>
                  <a:srgbClr val="171717"/>
                </a:solidFill>
                <a:latin typeface="Arial Rounded MT Bold"/>
                <a:ea typeface="Arial Rounded MT Bold"/>
                <a:cs typeface="Arial Rounded MT Bold"/>
              </a:rPr>
              <a:t>Bind</a:t>
            </a:r>
          </a:p>
        </p:txBody>
      </p:sp>
      <p:sp>
        <p:nvSpPr>
          <p:cNvPr id="265" name="P22-bound-organizer-text-0-0">
            <a:extLst>
              <a:ext uri="{FF2B5EF4-FFF2-40B4-BE49-F238E27FC236}">
                <a16:creationId xmlns:a16="http://schemas.microsoft.com/office/drawing/2014/main" id="{CE2BDF0E-A34F-42D3-A908-EA0433D6E80D}"/>
              </a:ext>
            </a:extLst>
          </p:cNvPr>
          <p:cNvSpPr>
            <a:spLocks noGrp="1"/>
          </p:cNvSpPr>
          <p:nvPr/>
        </p:nvSpPr>
        <p:spPr>
          <a:xfrm>
            <a:off x="7979234" y="5226510"/>
            <a:ext cx="1262212"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target</a:t>
            </a:r>
          </a:p>
        </p:txBody>
      </p:sp>
      <p:sp>
        <p:nvSpPr>
          <p:cNvPr id="266" name="P22-bound-organizer-text-0-1">
            <a:extLst>
              <a:ext uri="{FF2B5EF4-FFF2-40B4-BE49-F238E27FC236}">
                <a16:creationId xmlns:a16="http://schemas.microsoft.com/office/drawing/2014/main" id="{BA5D6797-A5A4-444C-B4ED-30EAE631D737}"/>
              </a:ext>
            </a:extLst>
          </p:cNvPr>
          <p:cNvSpPr>
            <a:spLocks noGrp="1"/>
          </p:cNvSpPr>
          <p:nvPr/>
        </p:nvSpPr>
        <p:spPr>
          <a:xfrm>
            <a:off x="9361657" y="5226510"/>
            <a:ext cx="1274233"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property</a:t>
            </a:r>
          </a:p>
        </p:txBody>
      </p:sp>
      <p:sp>
        <p:nvSpPr>
          <p:cNvPr id="267" name="P22-bound-organizer-text-0-2">
            <a:extLst>
              <a:ext uri="{FF2B5EF4-FFF2-40B4-BE49-F238E27FC236}">
                <a16:creationId xmlns:a16="http://schemas.microsoft.com/office/drawing/2014/main" id="{73F08C70-CCFA-4252-A8EE-EFFCDC27E902}"/>
              </a:ext>
            </a:extLst>
          </p:cNvPr>
          <p:cNvSpPr>
            <a:spLocks noGrp="1"/>
          </p:cNvSpPr>
          <p:nvPr/>
        </p:nvSpPr>
        <p:spPr>
          <a:xfrm>
            <a:off x="10756101" y="5226510"/>
            <a:ext cx="805412"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value</a:t>
            </a:r>
          </a:p>
        </p:txBody>
      </p:sp>
      <p:sp>
        <p:nvSpPr>
          <p:cNvPr id="268" name="P22-bound-organizer-text-1-0">
            <a:extLst>
              <a:ext uri="{FF2B5EF4-FFF2-40B4-BE49-F238E27FC236}">
                <a16:creationId xmlns:a16="http://schemas.microsoft.com/office/drawing/2014/main" id="{1E680544-1134-47D2-96E3-A9772729F62C}"/>
              </a:ext>
            </a:extLst>
          </p:cNvPr>
          <p:cNvSpPr>
            <a:spLocks noGrp="1"/>
          </p:cNvSpPr>
          <p:nvPr/>
        </p:nvSpPr>
        <p:spPr>
          <a:xfrm>
            <a:off x="7979234" y="5483685"/>
            <a:ext cx="12622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hike-1</a:t>
            </a:r>
          </a:p>
        </p:txBody>
      </p:sp>
      <p:sp>
        <p:nvSpPr>
          <p:cNvPr id="269" name="P22-bound-organizer-text-1-1">
            <a:extLst>
              <a:ext uri="{FF2B5EF4-FFF2-40B4-BE49-F238E27FC236}">
                <a16:creationId xmlns:a16="http://schemas.microsoft.com/office/drawing/2014/main" id="{9CE75B1C-F46A-49E5-B17B-CD5B7D2475AA}"/>
              </a:ext>
            </a:extLst>
          </p:cNvPr>
          <p:cNvSpPr>
            <a:spLocks noGrp="1"/>
          </p:cNvSpPr>
          <p:nvPr/>
        </p:nvSpPr>
        <p:spPr>
          <a:xfrm>
            <a:off x="9361657" y="5483685"/>
            <a:ext cx="1274233"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organizer</a:t>
            </a:r>
          </a:p>
        </p:txBody>
      </p:sp>
      <p:sp>
        <p:nvSpPr>
          <p:cNvPr id="270" name="P22-bound-organizer-text-1-2">
            <a:extLst>
              <a:ext uri="{FF2B5EF4-FFF2-40B4-BE49-F238E27FC236}">
                <a16:creationId xmlns:a16="http://schemas.microsoft.com/office/drawing/2014/main" id="{4CA6D3A0-0DC2-4E87-AD85-71FD5E5B5E6C}"/>
              </a:ext>
            </a:extLst>
          </p:cNvPr>
          <p:cNvSpPr>
            <a:spLocks noGrp="1"/>
          </p:cNvSpPr>
          <p:nvPr/>
        </p:nvSpPr>
        <p:spPr>
          <a:xfrm>
            <a:off x="10756101" y="5483685"/>
            <a:ext cx="805412" cy="228600"/>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Ava</a:t>
            </a:r>
          </a:p>
        </p:txBody>
      </p:sp>
      <p:sp>
        <p:nvSpPr>
          <p:cNvPr id="271" name="H-title">
            <a:extLst>
              <a:ext uri="{FF2B5EF4-FFF2-40B4-BE49-F238E27FC236}">
                <a16:creationId xmlns:a16="http://schemas.microsoft.com/office/drawing/2014/main" id="{CC137A67-BA21-45AD-9273-17AA35179F85}"/>
              </a:ext>
            </a:extLst>
          </p:cNvPr>
          <p:cNvSpPr>
            <a:spLocks noGrp="1"/>
          </p:cNvSpPr>
          <p:nvPr/>
        </p:nvSpPr>
        <p:spPr>
          <a:xfrm>
            <a:off x="12540346" y="379905"/>
            <a:ext cx="1733550" cy="304800"/>
          </a:xfrm>
          <a:prstGeom prst="rect">
            <a:avLst/>
          </a:prstGeom>
          <a:noFill/>
          <a:ln w="0">
            <a:noFill/>
          </a:ln>
        </p:spPr>
        <p:txBody>
          <a:bodyPr wrap="none" lIns="0" tIns="0" rIns="0" bIns="0" anchor="t">
            <a:noAutofit/>
          </a:bodyPr>
          <a:lstStyle>
            <a:defPPr algn="l">
              <a:defRPr sz="1650" b="1" i="0">
                <a:solidFill>
                  <a:srgbClr val="FFFFFF"/>
                </a:solidFill>
                <a:latin typeface="Arial Rounded MT Bold"/>
                <a:ea typeface="Arial Rounded MT Bold"/>
                <a:cs typeface="Arial Rounded MT Bold"/>
              </a:defRPr>
            </a:defPPr>
            <a:lvl1pPr algn="l">
              <a:defRPr sz="1650" b="1" i="0">
                <a:solidFill>
                  <a:srgbClr val="FFFFFF"/>
                </a:solidFill>
                <a:latin typeface="Arial Rounded MT Bold"/>
                <a:ea typeface="Arial Rounded MT Bold"/>
                <a:cs typeface="Arial Rounded MT Bold"/>
              </a:defRPr>
            </a:lvl1pPr>
            <a:lvl2pPr algn="l">
              <a:defRPr sz="1650" b="1" i="0">
                <a:solidFill>
                  <a:srgbClr val="FFFFFF"/>
                </a:solidFill>
                <a:latin typeface="Arial Rounded MT Bold"/>
                <a:ea typeface="Arial Rounded MT Bold"/>
                <a:cs typeface="Arial Rounded MT Bold"/>
              </a:defRPr>
            </a:lvl2pPr>
            <a:lvl3pPr algn="l">
              <a:defRPr sz="1650" b="1" i="0">
                <a:solidFill>
                  <a:srgbClr val="FFFFFF"/>
                </a:solidFill>
                <a:latin typeface="Arial Rounded MT Bold"/>
                <a:ea typeface="Arial Rounded MT Bold"/>
                <a:cs typeface="Arial Rounded MT Bold"/>
              </a:defRPr>
            </a:lvl3pPr>
            <a:lvl4pPr algn="l">
              <a:defRPr sz="1650" b="1" i="0">
                <a:solidFill>
                  <a:srgbClr val="FFFFFF"/>
                </a:solidFill>
                <a:latin typeface="Arial Rounded MT Bold"/>
                <a:ea typeface="Arial Rounded MT Bold"/>
                <a:cs typeface="Arial Rounded MT Bold"/>
              </a:defRPr>
            </a:lvl4pPr>
            <a:lvl5pPr algn="l">
              <a:defRPr sz="1650" b="1" i="0">
                <a:solidFill>
                  <a:srgbClr val="FFFFFF"/>
                </a:solidFill>
                <a:latin typeface="Arial Rounded MT Bold"/>
                <a:ea typeface="Arial Rounded MT Bold"/>
                <a:cs typeface="Arial Rounded MT Bold"/>
              </a:defRPr>
            </a:lvl5pPr>
            <a:lvl6pPr algn="l">
              <a:defRPr sz="1650" b="1" i="0">
                <a:solidFill>
                  <a:srgbClr val="FFFFFF"/>
                </a:solidFill>
                <a:latin typeface="Arial Rounded MT Bold"/>
                <a:ea typeface="Arial Rounded MT Bold"/>
                <a:cs typeface="Arial Rounded MT Bold"/>
              </a:defRPr>
            </a:lvl6pPr>
            <a:lvl7pPr algn="l">
              <a:defRPr sz="1650" b="1" i="0">
                <a:solidFill>
                  <a:srgbClr val="FFFFFF"/>
                </a:solidFill>
                <a:latin typeface="Arial Rounded MT Bold"/>
                <a:ea typeface="Arial Rounded MT Bold"/>
                <a:cs typeface="Arial Rounded MT Bold"/>
              </a:defRPr>
            </a:lvl7pPr>
            <a:lvl8pPr algn="l">
              <a:defRPr sz="1650" b="1" i="0">
                <a:solidFill>
                  <a:srgbClr val="FFFFFF"/>
                </a:solidFill>
                <a:latin typeface="Arial Rounded MT Bold"/>
                <a:ea typeface="Arial Rounded MT Bold"/>
                <a:cs typeface="Arial Rounded MT Bold"/>
              </a:defRPr>
            </a:lvl8pPr>
            <a:lvl9pPr algn="l">
              <a:defRPr sz="1650" b="1" i="0">
                <a:solidFill>
                  <a:srgbClr val="FFFFFF"/>
                </a:solidFill>
                <a:latin typeface="Arial Rounded MT Bold"/>
                <a:ea typeface="Arial Rounded MT Bold"/>
                <a:cs typeface="Arial Rounded MT Bold"/>
              </a:defRPr>
            </a:lvl9pPr>
          </a:lstStyle>
          <a:p>
            <a:pPr algn="l">
              <a:lnSpc>
                <a:spcPct val="100000"/>
              </a:lnSpc>
              <a:buNone/>
              <a:defRPr sz="1650" b="1" i="0">
                <a:solidFill>
                  <a:srgbClr val="FFFFFF"/>
                </a:solidFill>
                <a:latin typeface="Arial Rounded MT Bold"/>
                <a:ea typeface="Arial Rounded MT Bold"/>
                <a:cs typeface="Arial Rounded MT Bold"/>
              </a:defRPr>
            </a:pPr>
            <a:r>
              <a:rPr sz="1650" b="1" i="0" dirty="0">
                <a:solidFill>
                  <a:srgbClr val="FFFFFF"/>
                </a:solidFill>
                <a:latin typeface="Arial Rounded MT Bold"/>
                <a:ea typeface="Arial Rounded MT Bold"/>
                <a:cs typeface="Arial Rounded MT Bold"/>
              </a:rPr>
              <a:t>1. Raw </a:t>
            </a:r>
            <a:r>
              <a:rPr lang="en-US" altLang="zh-CN" sz="1650" b="1" i="0" dirty="0">
                <a:solidFill>
                  <a:srgbClr val="FFFFFF"/>
                </a:solidFill>
                <a:latin typeface="Arial Rounded MT Bold"/>
                <a:ea typeface="Arial Rounded MT Bold"/>
                <a:cs typeface="Arial Rounded MT Bold"/>
              </a:rPr>
              <a:t>S</a:t>
            </a:r>
            <a:r>
              <a:rPr sz="1650" b="1" i="0" dirty="0">
                <a:solidFill>
                  <a:srgbClr val="FFFFFF"/>
                </a:solidFill>
                <a:latin typeface="Arial Rounded MT Bold"/>
                <a:ea typeface="Arial Rounded MT Bold"/>
                <a:cs typeface="Arial Rounded MT Bold"/>
              </a:rPr>
              <a:t>essions</a:t>
            </a:r>
          </a:p>
        </p:txBody>
      </p:sp>
      <p:sp>
        <p:nvSpPr>
          <p:cNvPr id="272" name="H-date0">
            <a:extLst>
              <a:ext uri="{FF2B5EF4-FFF2-40B4-BE49-F238E27FC236}">
                <a16:creationId xmlns:a16="http://schemas.microsoft.com/office/drawing/2014/main" id="{27B250CD-B479-4B3F-9E65-CF101D0E1A53}"/>
              </a:ext>
            </a:extLst>
          </p:cNvPr>
          <p:cNvSpPr>
            <a:spLocks noGrp="1"/>
          </p:cNvSpPr>
          <p:nvPr/>
        </p:nvSpPr>
        <p:spPr>
          <a:xfrm>
            <a:off x="12511771" y="770430"/>
            <a:ext cx="609600"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2</a:t>
            </a:r>
          </a:p>
        </p:txBody>
      </p:sp>
      <p:sp>
        <p:nvSpPr>
          <p:cNvPr id="273" name="H-user0">
            <a:extLst>
              <a:ext uri="{FF2B5EF4-FFF2-40B4-BE49-F238E27FC236}">
                <a16:creationId xmlns:a16="http://schemas.microsoft.com/office/drawing/2014/main" id="{5525F4EF-1951-43FC-8B4C-830E2FDDF6AA}"/>
              </a:ext>
            </a:extLst>
          </p:cNvPr>
          <p:cNvSpPr>
            <a:spLocks noGrp="1"/>
          </p:cNvSpPr>
          <p:nvPr/>
        </p:nvSpPr>
        <p:spPr>
          <a:xfrm>
            <a:off x="13159471" y="741855"/>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User: “Ava arranged our 4-hour</a:t>
            </a:r>
          </a:p>
        </p:txBody>
      </p:sp>
      <p:sp>
        <p:nvSpPr>
          <p:cNvPr id="274" name="H-utterance0">
            <a:extLst>
              <a:ext uri="{FF2B5EF4-FFF2-40B4-BE49-F238E27FC236}">
                <a16:creationId xmlns:a16="http://schemas.microsoft.com/office/drawing/2014/main" id="{52CC50A7-8ECE-463E-93A4-66835A01DDDE}"/>
              </a:ext>
            </a:extLst>
          </p:cNvPr>
          <p:cNvSpPr>
            <a:spLocks noGrp="1"/>
          </p:cNvSpPr>
          <p:nvPr/>
        </p:nvSpPr>
        <p:spPr>
          <a:xfrm>
            <a:off x="13159471" y="903780"/>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outdoor hike at Pine Trail.”</a:t>
            </a:r>
          </a:p>
        </p:txBody>
      </p:sp>
      <p:sp>
        <p:nvSpPr>
          <p:cNvPr id="275" name="H-date1">
            <a:extLst>
              <a:ext uri="{FF2B5EF4-FFF2-40B4-BE49-F238E27FC236}">
                <a16:creationId xmlns:a16="http://schemas.microsoft.com/office/drawing/2014/main" id="{D9CF21B6-6747-4CC6-BF5B-7B7535397A07}"/>
              </a:ext>
            </a:extLst>
          </p:cNvPr>
          <p:cNvSpPr>
            <a:spLocks noGrp="1"/>
          </p:cNvSpPr>
          <p:nvPr/>
        </p:nvSpPr>
        <p:spPr>
          <a:xfrm>
            <a:off x="12511771" y="1141905"/>
            <a:ext cx="609600"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9</a:t>
            </a:r>
          </a:p>
        </p:txBody>
      </p:sp>
      <p:sp>
        <p:nvSpPr>
          <p:cNvPr id="276" name="H-user1">
            <a:extLst>
              <a:ext uri="{FF2B5EF4-FFF2-40B4-BE49-F238E27FC236}">
                <a16:creationId xmlns:a16="http://schemas.microsoft.com/office/drawing/2014/main" id="{55D38818-5280-4BCE-875E-A55FBC0BBF7A}"/>
              </a:ext>
            </a:extLst>
          </p:cNvPr>
          <p:cNvSpPr>
            <a:spLocks noGrp="1"/>
          </p:cNvSpPr>
          <p:nvPr/>
        </p:nvSpPr>
        <p:spPr>
          <a:xfrm>
            <a:off x="13159471" y="1113330"/>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User: “Ben booked my 2-hour</a:t>
            </a:r>
          </a:p>
        </p:txBody>
      </p:sp>
      <p:sp>
        <p:nvSpPr>
          <p:cNvPr id="277" name="H-utterance1">
            <a:extLst>
              <a:ext uri="{FF2B5EF4-FFF2-40B4-BE49-F238E27FC236}">
                <a16:creationId xmlns:a16="http://schemas.microsoft.com/office/drawing/2014/main" id="{FB0623DC-3754-43FA-BDA0-1B7360E2259E}"/>
              </a:ext>
            </a:extLst>
          </p:cNvPr>
          <p:cNvSpPr>
            <a:spLocks noGrp="1"/>
          </p:cNvSpPr>
          <p:nvPr/>
        </p:nvSpPr>
        <p:spPr>
          <a:xfrm>
            <a:off x="13159471" y="1275255"/>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indoor pottery class.”</a:t>
            </a:r>
          </a:p>
        </p:txBody>
      </p:sp>
      <p:sp>
        <p:nvSpPr>
          <p:cNvPr id="278" name="H-date2">
            <a:extLst>
              <a:ext uri="{FF2B5EF4-FFF2-40B4-BE49-F238E27FC236}">
                <a16:creationId xmlns:a16="http://schemas.microsoft.com/office/drawing/2014/main" id="{96CD515C-9D34-4AE4-8D09-79193E85CF63}"/>
              </a:ext>
            </a:extLst>
          </p:cNvPr>
          <p:cNvSpPr>
            <a:spLocks noGrp="1"/>
          </p:cNvSpPr>
          <p:nvPr/>
        </p:nvSpPr>
        <p:spPr>
          <a:xfrm>
            <a:off x="12511771" y="1513380"/>
            <a:ext cx="609600"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16</a:t>
            </a:r>
          </a:p>
        </p:txBody>
      </p:sp>
      <p:sp>
        <p:nvSpPr>
          <p:cNvPr id="279" name="H-user2">
            <a:extLst>
              <a:ext uri="{FF2B5EF4-FFF2-40B4-BE49-F238E27FC236}">
                <a16:creationId xmlns:a16="http://schemas.microsoft.com/office/drawing/2014/main" id="{9B8F5924-8086-45C6-AAEA-8D64049A4213}"/>
              </a:ext>
            </a:extLst>
          </p:cNvPr>
          <p:cNvSpPr>
            <a:spLocks noGrp="1"/>
          </p:cNvSpPr>
          <p:nvPr/>
        </p:nvSpPr>
        <p:spPr>
          <a:xfrm>
            <a:off x="13159471" y="1484805"/>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User: “Cara arranged our 3-hour</a:t>
            </a:r>
          </a:p>
        </p:txBody>
      </p:sp>
      <p:sp>
        <p:nvSpPr>
          <p:cNvPr id="280" name="H-utterance2">
            <a:extLst>
              <a:ext uri="{FF2B5EF4-FFF2-40B4-BE49-F238E27FC236}">
                <a16:creationId xmlns:a16="http://schemas.microsoft.com/office/drawing/2014/main" id="{4ECB5472-01D9-47BC-BE9A-57E16FC4FEF0}"/>
              </a:ext>
            </a:extLst>
          </p:cNvPr>
          <p:cNvSpPr>
            <a:spLocks noGrp="1"/>
          </p:cNvSpPr>
          <p:nvPr/>
        </p:nvSpPr>
        <p:spPr>
          <a:xfrm>
            <a:off x="13159471" y="1646730"/>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outdoor ride at Lake Park.”</a:t>
            </a:r>
          </a:p>
        </p:txBody>
      </p:sp>
      <p:sp>
        <p:nvSpPr>
          <p:cNvPr id="281" name="H-current-date">
            <a:extLst>
              <a:ext uri="{FF2B5EF4-FFF2-40B4-BE49-F238E27FC236}">
                <a16:creationId xmlns:a16="http://schemas.microsoft.com/office/drawing/2014/main" id="{BCFEDBF5-9214-4DD1-A717-6603CB46A17D}"/>
              </a:ext>
            </a:extLst>
          </p:cNvPr>
          <p:cNvSpPr>
            <a:spLocks noGrp="1"/>
          </p:cNvSpPr>
          <p:nvPr/>
        </p:nvSpPr>
        <p:spPr>
          <a:xfrm>
            <a:off x="12511771" y="1913430"/>
            <a:ext cx="609600"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18</a:t>
            </a:r>
          </a:p>
        </p:txBody>
      </p:sp>
      <p:sp>
        <p:nvSpPr>
          <p:cNvPr id="282" name="H-current-Q1">
            <a:extLst>
              <a:ext uri="{FF2B5EF4-FFF2-40B4-BE49-F238E27FC236}">
                <a16:creationId xmlns:a16="http://schemas.microsoft.com/office/drawing/2014/main" id="{24B99D26-5F65-47E4-9AC5-7903F2D6279C}"/>
              </a:ext>
            </a:extLst>
          </p:cNvPr>
          <p:cNvSpPr>
            <a:spLocks noGrp="1"/>
          </p:cNvSpPr>
          <p:nvPr/>
        </p:nvSpPr>
        <p:spPr>
          <a:xfrm>
            <a:off x="13159471" y="1875330"/>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User: Who organized my longest</a:t>
            </a:r>
          </a:p>
        </p:txBody>
      </p:sp>
      <p:sp>
        <p:nvSpPr>
          <p:cNvPr id="283" name="H-current-Q2">
            <a:extLst>
              <a:ext uri="{FF2B5EF4-FFF2-40B4-BE49-F238E27FC236}">
                <a16:creationId xmlns:a16="http://schemas.microsoft.com/office/drawing/2014/main" id="{93532DB0-E370-432E-80D1-6F1347D62213}"/>
              </a:ext>
            </a:extLst>
          </p:cNvPr>
          <p:cNvSpPr>
            <a:spLocks noGrp="1"/>
          </p:cNvSpPr>
          <p:nvPr/>
        </p:nvSpPr>
        <p:spPr>
          <a:xfrm>
            <a:off x="13159471" y="2037255"/>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outdoor activity in March?</a:t>
            </a:r>
          </a:p>
        </p:txBody>
      </p:sp>
      <p:sp>
        <p:nvSpPr>
          <p:cNvPr id="284" name="H-current-A">
            <a:extLst>
              <a:ext uri="{FF2B5EF4-FFF2-40B4-BE49-F238E27FC236}">
                <a16:creationId xmlns:a16="http://schemas.microsoft.com/office/drawing/2014/main" id="{C601ED3F-FE7C-4AB5-A7FC-528D8D514B36}"/>
              </a:ext>
            </a:extLst>
          </p:cNvPr>
          <p:cNvSpPr>
            <a:spLocks noGrp="1"/>
          </p:cNvSpPr>
          <p:nvPr/>
        </p:nvSpPr>
        <p:spPr>
          <a:xfrm>
            <a:off x="13159471" y="2199180"/>
            <a:ext cx="3076575" cy="219075"/>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Agent: Ava organized the 4-hour hike.</a:t>
            </a:r>
          </a:p>
        </p:txBody>
      </p:sp>
      <p:sp>
        <p:nvSpPr>
          <p:cNvPr id="285" name="ACQUIRE-title">
            <a:extLst>
              <a:ext uri="{FF2B5EF4-FFF2-40B4-BE49-F238E27FC236}">
                <a16:creationId xmlns:a16="http://schemas.microsoft.com/office/drawing/2014/main" id="{EAE8F7CC-754B-458D-876D-1C2B3935163A}"/>
              </a:ext>
            </a:extLst>
          </p:cNvPr>
          <p:cNvSpPr>
            <a:spLocks noGrp="1"/>
          </p:cNvSpPr>
          <p:nvPr/>
        </p:nvSpPr>
        <p:spPr>
          <a:xfrm>
            <a:off x="12587971" y="2637330"/>
            <a:ext cx="3581400" cy="257175"/>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ctr">
              <a:lnSpc>
                <a:spcPct val="100000"/>
              </a:lnSpc>
              <a:buNone/>
              <a:defRPr sz="1500" b="1" i="0">
                <a:solidFill>
                  <a:srgbClr val="171717"/>
                </a:solidFill>
                <a:latin typeface="Arial Rounded MT Bold"/>
                <a:ea typeface="Arial Rounded MT Bold"/>
                <a:cs typeface="Arial Rounded MT Bold"/>
              </a:defRPr>
            </a:pPr>
            <a:r>
              <a:rPr sz="1500" b="1" i="0" dirty="0">
                <a:solidFill>
                  <a:srgbClr val="171717"/>
                </a:solidFill>
                <a:latin typeface="Arial Rounded MT Bold"/>
                <a:ea typeface="Arial Rounded MT Bold"/>
                <a:cs typeface="Arial Rounded MT Bold"/>
              </a:rPr>
              <a:t>Extract missing facts</a:t>
            </a:r>
          </a:p>
        </p:txBody>
      </p:sp>
      <p:sp>
        <p:nvSpPr>
          <p:cNvPr id="286" name="ACQUIRE-example">
            <a:extLst>
              <a:ext uri="{FF2B5EF4-FFF2-40B4-BE49-F238E27FC236}">
                <a16:creationId xmlns:a16="http://schemas.microsoft.com/office/drawing/2014/main" id="{5433FA35-75F4-41ED-AF3E-F818A44FD1CC}"/>
              </a:ext>
            </a:extLst>
          </p:cNvPr>
          <p:cNvSpPr>
            <a:spLocks noGrp="1"/>
          </p:cNvSpPr>
          <p:nvPr/>
        </p:nvSpPr>
        <p:spPr>
          <a:xfrm>
            <a:off x="12587971" y="2884980"/>
            <a:ext cx="358140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sz="1275" b="0" i="0" dirty="0">
                <a:solidFill>
                  <a:srgbClr val="171717"/>
                </a:solidFill>
                <a:latin typeface="Trebuchet MS"/>
                <a:ea typeface="Trebuchet MS"/>
                <a:cs typeface="Trebuchet MS"/>
              </a:rPr>
              <a:t>Verify against User spans</a:t>
            </a:r>
          </a:p>
        </p:txBody>
      </p:sp>
      <p:sp>
        <p:nvSpPr>
          <p:cNvPr id="287" name="F-title">
            <a:extLst>
              <a:ext uri="{FF2B5EF4-FFF2-40B4-BE49-F238E27FC236}">
                <a16:creationId xmlns:a16="http://schemas.microsoft.com/office/drawing/2014/main" id="{A2A206EF-8E2F-4B36-934D-1D399C850FFA}"/>
              </a:ext>
            </a:extLst>
          </p:cNvPr>
          <p:cNvSpPr>
            <a:spLocks noGrp="1"/>
          </p:cNvSpPr>
          <p:nvPr/>
        </p:nvSpPr>
        <p:spPr>
          <a:xfrm>
            <a:off x="12540346" y="3294555"/>
            <a:ext cx="2400300" cy="304800"/>
          </a:xfrm>
          <a:prstGeom prst="rect">
            <a:avLst/>
          </a:prstGeom>
          <a:noFill/>
          <a:ln w="0">
            <a:noFill/>
          </a:ln>
        </p:spPr>
        <p:txBody>
          <a:bodyPr wrap="none" lIns="0" tIns="0" rIns="0" bIns="0" anchor="t">
            <a:noAutofit/>
          </a:bodyPr>
          <a:lstStyle>
            <a:defPPr algn="l">
              <a:defRPr sz="1650" b="1" i="0">
                <a:solidFill>
                  <a:srgbClr val="FFFFFF"/>
                </a:solidFill>
                <a:latin typeface="Arial Rounded MT Bold"/>
                <a:ea typeface="Arial Rounded MT Bold"/>
                <a:cs typeface="Arial Rounded MT Bold"/>
              </a:defRPr>
            </a:defPPr>
            <a:lvl1pPr algn="l">
              <a:defRPr sz="1650" b="1" i="0">
                <a:solidFill>
                  <a:srgbClr val="FFFFFF"/>
                </a:solidFill>
                <a:latin typeface="Arial Rounded MT Bold"/>
                <a:ea typeface="Arial Rounded MT Bold"/>
                <a:cs typeface="Arial Rounded MT Bold"/>
              </a:defRPr>
            </a:lvl1pPr>
            <a:lvl2pPr algn="l">
              <a:defRPr sz="1650" b="1" i="0">
                <a:solidFill>
                  <a:srgbClr val="FFFFFF"/>
                </a:solidFill>
                <a:latin typeface="Arial Rounded MT Bold"/>
                <a:ea typeface="Arial Rounded MT Bold"/>
                <a:cs typeface="Arial Rounded MT Bold"/>
              </a:defRPr>
            </a:lvl2pPr>
            <a:lvl3pPr algn="l">
              <a:defRPr sz="1650" b="1" i="0">
                <a:solidFill>
                  <a:srgbClr val="FFFFFF"/>
                </a:solidFill>
                <a:latin typeface="Arial Rounded MT Bold"/>
                <a:ea typeface="Arial Rounded MT Bold"/>
                <a:cs typeface="Arial Rounded MT Bold"/>
              </a:defRPr>
            </a:lvl3pPr>
            <a:lvl4pPr algn="l">
              <a:defRPr sz="1650" b="1" i="0">
                <a:solidFill>
                  <a:srgbClr val="FFFFFF"/>
                </a:solidFill>
                <a:latin typeface="Arial Rounded MT Bold"/>
                <a:ea typeface="Arial Rounded MT Bold"/>
                <a:cs typeface="Arial Rounded MT Bold"/>
              </a:defRPr>
            </a:lvl4pPr>
            <a:lvl5pPr algn="l">
              <a:defRPr sz="1650" b="1" i="0">
                <a:solidFill>
                  <a:srgbClr val="FFFFFF"/>
                </a:solidFill>
                <a:latin typeface="Arial Rounded MT Bold"/>
                <a:ea typeface="Arial Rounded MT Bold"/>
                <a:cs typeface="Arial Rounded MT Bold"/>
              </a:defRPr>
            </a:lvl5pPr>
            <a:lvl6pPr algn="l">
              <a:defRPr sz="1650" b="1" i="0">
                <a:solidFill>
                  <a:srgbClr val="FFFFFF"/>
                </a:solidFill>
                <a:latin typeface="Arial Rounded MT Bold"/>
                <a:ea typeface="Arial Rounded MT Bold"/>
                <a:cs typeface="Arial Rounded MT Bold"/>
              </a:defRPr>
            </a:lvl6pPr>
            <a:lvl7pPr algn="l">
              <a:defRPr sz="1650" b="1" i="0">
                <a:solidFill>
                  <a:srgbClr val="FFFFFF"/>
                </a:solidFill>
                <a:latin typeface="Arial Rounded MT Bold"/>
                <a:ea typeface="Arial Rounded MT Bold"/>
                <a:cs typeface="Arial Rounded MT Bold"/>
              </a:defRPr>
            </a:lvl7pPr>
            <a:lvl8pPr algn="l">
              <a:defRPr sz="1650" b="1" i="0">
                <a:solidFill>
                  <a:srgbClr val="FFFFFF"/>
                </a:solidFill>
                <a:latin typeface="Arial Rounded MT Bold"/>
                <a:ea typeface="Arial Rounded MT Bold"/>
                <a:cs typeface="Arial Rounded MT Bold"/>
              </a:defRPr>
            </a:lvl8pPr>
            <a:lvl9pPr algn="l">
              <a:defRPr sz="1650" b="1" i="0">
                <a:solidFill>
                  <a:srgbClr val="FFFFFF"/>
                </a:solidFill>
                <a:latin typeface="Arial Rounded MT Bold"/>
                <a:ea typeface="Arial Rounded MT Bold"/>
                <a:cs typeface="Arial Rounded MT Bold"/>
              </a:defRPr>
            </a:lvl9pPr>
          </a:lstStyle>
          <a:p>
            <a:pPr algn="l">
              <a:lnSpc>
                <a:spcPct val="100000"/>
              </a:lnSpc>
              <a:buNone/>
              <a:defRPr sz="1650" b="1" i="0">
                <a:solidFill>
                  <a:srgbClr val="FFFFFF"/>
                </a:solidFill>
                <a:latin typeface="Arial Rounded MT Bold"/>
                <a:ea typeface="Arial Rounded MT Bold"/>
                <a:cs typeface="Arial Rounded MT Bold"/>
              </a:defRPr>
            </a:pPr>
            <a:r>
              <a:rPr sz="1650" b="1" i="0" dirty="0">
                <a:solidFill>
                  <a:srgbClr val="FFFFFF"/>
                </a:solidFill>
                <a:latin typeface="Arial Rounded MT Bold"/>
                <a:ea typeface="Arial Rounded MT Bold"/>
                <a:cs typeface="Arial Rounded MT Bold"/>
              </a:rPr>
              <a:t>2. First-order </a:t>
            </a:r>
            <a:r>
              <a:rPr lang="en-US" altLang="zh-CN" sz="1650" b="1" i="0" dirty="0">
                <a:solidFill>
                  <a:srgbClr val="FFFFFF"/>
                </a:solidFill>
                <a:latin typeface="Arial Rounded MT Bold"/>
                <a:ea typeface="Arial Rounded MT Bold"/>
                <a:cs typeface="Arial Rounded MT Bold"/>
              </a:rPr>
              <a:t>M</a:t>
            </a:r>
            <a:r>
              <a:rPr sz="1650" b="1" i="0" dirty="0">
                <a:solidFill>
                  <a:srgbClr val="FFFFFF"/>
                </a:solidFill>
                <a:latin typeface="Arial Rounded MT Bold"/>
                <a:ea typeface="Arial Rounded MT Bold"/>
                <a:cs typeface="Arial Rounded MT Bold"/>
              </a:rPr>
              <a:t>emory</a:t>
            </a:r>
          </a:p>
        </p:txBody>
      </p:sp>
      <p:sp>
        <p:nvSpPr>
          <p:cNvPr id="288" name="EFF-title">
            <a:extLst>
              <a:ext uri="{FF2B5EF4-FFF2-40B4-BE49-F238E27FC236}">
                <a16:creationId xmlns:a16="http://schemas.microsoft.com/office/drawing/2014/main" id="{E38E6D2A-5471-48FA-AE65-3BDA1DE3D24F}"/>
              </a:ext>
            </a:extLst>
          </p:cNvPr>
          <p:cNvSpPr>
            <a:spLocks noGrp="1"/>
          </p:cNvSpPr>
          <p:nvPr/>
        </p:nvSpPr>
        <p:spPr>
          <a:xfrm>
            <a:off x="533724" y="6051031"/>
            <a:ext cx="1733550" cy="304800"/>
          </a:xfrm>
          <a:prstGeom prst="rect">
            <a:avLst/>
          </a:prstGeom>
          <a:noFill/>
          <a:ln w="0">
            <a:noFill/>
          </a:ln>
        </p:spPr>
        <p:txBody>
          <a:bodyPr wrap="none" lIns="0" tIns="0" rIns="0" bIns="0" anchor="t">
            <a:noAutofit/>
          </a:bodyPr>
          <a:lstStyle>
            <a:defPPr algn="l">
              <a:defRPr sz="1800" b="1" i="0">
                <a:solidFill>
                  <a:srgbClr val="FFFFFF"/>
                </a:solidFill>
                <a:latin typeface="Arial Rounded MT Bold"/>
                <a:ea typeface="Arial Rounded MT Bold"/>
                <a:cs typeface="Arial Rounded MT Bold"/>
              </a:defRPr>
            </a:defPPr>
            <a:lvl1pPr algn="l">
              <a:defRPr sz="1800" b="1" i="0">
                <a:solidFill>
                  <a:srgbClr val="FFFFFF"/>
                </a:solidFill>
                <a:latin typeface="Arial Rounded MT Bold"/>
                <a:ea typeface="Arial Rounded MT Bold"/>
                <a:cs typeface="Arial Rounded MT Bold"/>
              </a:defRPr>
            </a:lvl1pPr>
            <a:lvl2pPr algn="l">
              <a:defRPr sz="1800" b="1" i="0">
                <a:solidFill>
                  <a:srgbClr val="FFFFFF"/>
                </a:solidFill>
                <a:latin typeface="Arial Rounded MT Bold"/>
                <a:ea typeface="Arial Rounded MT Bold"/>
                <a:cs typeface="Arial Rounded MT Bold"/>
              </a:defRPr>
            </a:lvl2pPr>
            <a:lvl3pPr algn="l">
              <a:defRPr sz="1800" b="1" i="0">
                <a:solidFill>
                  <a:srgbClr val="FFFFFF"/>
                </a:solidFill>
                <a:latin typeface="Arial Rounded MT Bold"/>
                <a:ea typeface="Arial Rounded MT Bold"/>
                <a:cs typeface="Arial Rounded MT Bold"/>
              </a:defRPr>
            </a:lvl3pPr>
            <a:lvl4pPr algn="l">
              <a:defRPr sz="1800" b="1" i="0">
                <a:solidFill>
                  <a:srgbClr val="FFFFFF"/>
                </a:solidFill>
                <a:latin typeface="Arial Rounded MT Bold"/>
                <a:ea typeface="Arial Rounded MT Bold"/>
                <a:cs typeface="Arial Rounded MT Bold"/>
              </a:defRPr>
            </a:lvl4pPr>
            <a:lvl5pPr algn="l">
              <a:defRPr sz="1800" b="1" i="0">
                <a:solidFill>
                  <a:srgbClr val="FFFFFF"/>
                </a:solidFill>
                <a:latin typeface="Arial Rounded MT Bold"/>
                <a:ea typeface="Arial Rounded MT Bold"/>
                <a:cs typeface="Arial Rounded MT Bold"/>
              </a:defRPr>
            </a:lvl5pPr>
            <a:lvl6pPr algn="l">
              <a:defRPr sz="1800" b="1" i="0">
                <a:solidFill>
                  <a:srgbClr val="FFFFFF"/>
                </a:solidFill>
                <a:latin typeface="Arial Rounded MT Bold"/>
                <a:ea typeface="Arial Rounded MT Bold"/>
                <a:cs typeface="Arial Rounded MT Bold"/>
              </a:defRPr>
            </a:lvl6pPr>
            <a:lvl7pPr algn="l">
              <a:defRPr sz="1800" b="1" i="0">
                <a:solidFill>
                  <a:srgbClr val="FFFFFF"/>
                </a:solidFill>
                <a:latin typeface="Arial Rounded MT Bold"/>
                <a:ea typeface="Arial Rounded MT Bold"/>
                <a:cs typeface="Arial Rounded MT Bold"/>
              </a:defRPr>
            </a:lvl7pPr>
            <a:lvl8pPr algn="l">
              <a:defRPr sz="1800" b="1" i="0">
                <a:solidFill>
                  <a:srgbClr val="FFFFFF"/>
                </a:solidFill>
                <a:latin typeface="Arial Rounded MT Bold"/>
                <a:ea typeface="Arial Rounded MT Bold"/>
                <a:cs typeface="Arial Rounded MT Bold"/>
              </a:defRPr>
            </a:lvl8pPr>
            <a:lvl9pPr algn="l">
              <a:defRPr sz="1800" b="1" i="0">
                <a:solidFill>
                  <a:srgbClr val="FFFFFF"/>
                </a:solidFill>
                <a:latin typeface="Arial Rounded MT Bold"/>
                <a:ea typeface="Arial Rounded MT Bold"/>
                <a:cs typeface="Arial Rounded MT Bold"/>
              </a:defRPr>
            </a:lvl9pPr>
          </a:lstStyle>
          <a:p>
            <a:pPr>
              <a:defRPr sz="1800" b="1" i="0">
                <a:solidFill>
                  <a:srgbClr val="FFFFFF"/>
                </a:solidFill>
                <a:latin typeface="Arial Rounded MT Bold"/>
                <a:ea typeface="Arial Rounded MT Bold"/>
                <a:cs typeface="Arial Rounded MT Bold"/>
              </a:defRPr>
            </a:pPr>
            <a:r>
              <a:rPr lang="en"/>
              <a:t>For Cost</a:t>
            </a:r>
            <a:endParaRPr sz="1800" b="1" i="0" dirty="0">
              <a:solidFill>
                <a:srgbClr val="FFFFFF"/>
              </a:solidFill>
              <a:latin typeface="Arial Rounded MT Bold"/>
              <a:ea typeface="Arial Rounded MT Bold"/>
              <a:cs typeface="Arial Rounded MT Bold"/>
            </a:endParaRPr>
          </a:p>
        </p:txBody>
      </p:sp>
      <p:sp>
        <p:nvSpPr>
          <p:cNvPr id="289" name="EFF-U-input">
            <a:extLst>
              <a:ext uri="{FF2B5EF4-FFF2-40B4-BE49-F238E27FC236}">
                <a16:creationId xmlns:a16="http://schemas.microsoft.com/office/drawing/2014/main" id="{653267C4-7A6E-42AA-998C-E70EFDD0E082}"/>
              </a:ext>
            </a:extLst>
          </p:cNvPr>
          <p:cNvSpPr>
            <a:spLocks noGrp="1"/>
          </p:cNvSpPr>
          <p:nvPr/>
        </p:nvSpPr>
        <p:spPr>
          <a:xfrm>
            <a:off x="5083961" y="6366787"/>
            <a:ext cx="4624234"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sz="1275" b="0" i="0" dirty="0">
                <a:solidFill>
                  <a:srgbClr val="171717"/>
                </a:solidFill>
                <a:latin typeface="Trebuchet MS"/>
                <a:ea typeface="Trebuchet MS"/>
                <a:cs typeface="Trebuchet MS"/>
              </a:rPr>
              <a:t>Priorities and cost estimates</a:t>
            </a:r>
          </a:p>
        </p:txBody>
      </p:sp>
      <p:sp>
        <p:nvSpPr>
          <p:cNvPr id="290" name="EFF-worklist-text0-0">
            <a:extLst>
              <a:ext uri="{FF2B5EF4-FFF2-40B4-BE49-F238E27FC236}">
                <a16:creationId xmlns:a16="http://schemas.microsoft.com/office/drawing/2014/main" id="{F5C82973-E5DA-4565-A38D-8A2182B0FD1E}"/>
              </a:ext>
            </a:extLst>
          </p:cNvPr>
          <p:cNvSpPr>
            <a:spLocks noGrp="1"/>
          </p:cNvSpPr>
          <p:nvPr/>
        </p:nvSpPr>
        <p:spPr>
          <a:xfrm>
            <a:off x="562235" y="6452511"/>
            <a:ext cx="252442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work</a:t>
            </a:r>
          </a:p>
        </p:txBody>
      </p:sp>
      <p:sp>
        <p:nvSpPr>
          <p:cNvPr id="291" name="EFF-worklist-text0-1">
            <a:extLst>
              <a:ext uri="{FF2B5EF4-FFF2-40B4-BE49-F238E27FC236}">
                <a16:creationId xmlns:a16="http://schemas.microsoft.com/office/drawing/2014/main" id="{C2691AA8-D53F-41D8-ABDC-3BF5FE28E47F}"/>
              </a:ext>
            </a:extLst>
          </p:cNvPr>
          <p:cNvSpPr>
            <a:spLocks noGrp="1"/>
          </p:cNvSpPr>
          <p:nvPr/>
        </p:nvSpPr>
        <p:spPr>
          <a:xfrm>
            <a:off x="3206870" y="6452511"/>
            <a:ext cx="163486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state</a:t>
            </a:r>
          </a:p>
        </p:txBody>
      </p:sp>
      <p:sp>
        <p:nvSpPr>
          <p:cNvPr id="292" name="EFF-worklist-text0-2">
            <a:extLst>
              <a:ext uri="{FF2B5EF4-FFF2-40B4-BE49-F238E27FC236}">
                <a16:creationId xmlns:a16="http://schemas.microsoft.com/office/drawing/2014/main" id="{B1C6817F-D0F9-47E1-8288-768D9425E1BF}"/>
              </a:ext>
            </a:extLst>
          </p:cNvPr>
          <p:cNvSpPr>
            <a:spLocks noGrp="1"/>
          </p:cNvSpPr>
          <p:nvPr/>
        </p:nvSpPr>
        <p:spPr>
          <a:xfrm>
            <a:off x="4961946" y="6452511"/>
            <a:ext cx="1250191"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LLM calls</a:t>
            </a:r>
          </a:p>
        </p:txBody>
      </p:sp>
      <p:sp>
        <p:nvSpPr>
          <p:cNvPr id="293" name="EFF-worklist-text1-0">
            <a:extLst>
              <a:ext uri="{FF2B5EF4-FFF2-40B4-BE49-F238E27FC236}">
                <a16:creationId xmlns:a16="http://schemas.microsoft.com/office/drawing/2014/main" id="{AB926B32-3E43-4270-AE05-5CD25CBFC0A3}"/>
              </a:ext>
            </a:extLst>
          </p:cNvPr>
          <p:cNvSpPr>
            <a:spLocks noGrp="1"/>
          </p:cNvSpPr>
          <p:nvPr/>
        </p:nvSpPr>
        <p:spPr>
          <a:xfrm>
            <a:off x="562235" y="6700161"/>
            <a:ext cx="252442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reuse known facts</a:t>
            </a:r>
          </a:p>
        </p:txBody>
      </p:sp>
      <p:sp>
        <p:nvSpPr>
          <p:cNvPr id="294" name="EFF-worklist-text1-1">
            <a:extLst>
              <a:ext uri="{FF2B5EF4-FFF2-40B4-BE49-F238E27FC236}">
                <a16:creationId xmlns:a16="http://schemas.microsoft.com/office/drawing/2014/main" id="{A2B178E3-83A2-4F35-86BA-B716547A9EAC}"/>
              </a:ext>
            </a:extLst>
          </p:cNvPr>
          <p:cNvSpPr>
            <a:spLocks noGrp="1"/>
          </p:cNvSpPr>
          <p:nvPr/>
        </p:nvSpPr>
        <p:spPr>
          <a:xfrm>
            <a:off x="3206870" y="6700161"/>
            <a:ext cx="163486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verified</a:t>
            </a:r>
          </a:p>
        </p:txBody>
      </p:sp>
      <p:sp>
        <p:nvSpPr>
          <p:cNvPr id="295" name="EFF-worklist-text1-2">
            <a:extLst>
              <a:ext uri="{FF2B5EF4-FFF2-40B4-BE49-F238E27FC236}">
                <a16:creationId xmlns:a16="http://schemas.microsoft.com/office/drawing/2014/main" id="{2CB82F5B-30C5-478A-A524-3C549ACC8CF9}"/>
              </a:ext>
            </a:extLst>
          </p:cNvPr>
          <p:cNvSpPr>
            <a:spLocks noGrp="1"/>
          </p:cNvSpPr>
          <p:nvPr/>
        </p:nvSpPr>
        <p:spPr>
          <a:xfrm>
            <a:off x="4961946" y="6700161"/>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0</a:t>
            </a:r>
          </a:p>
        </p:txBody>
      </p:sp>
      <p:sp>
        <p:nvSpPr>
          <p:cNvPr id="296" name="EFF-worklist-text2-0">
            <a:extLst>
              <a:ext uri="{FF2B5EF4-FFF2-40B4-BE49-F238E27FC236}">
                <a16:creationId xmlns:a16="http://schemas.microsoft.com/office/drawing/2014/main" id="{7FB016FF-2B9B-4D37-AF59-313FF840112B}"/>
              </a:ext>
            </a:extLst>
          </p:cNvPr>
          <p:cNvSpPr>
            <a:spLocks noGrp="1"/>
          </p:cNvSpPr>
          <p:nvPr/>
        </p:nvSpPr>
        <p:spPr>
          <a:xfrm>
            <a:off x="562235" y="6947811"/>
            <a:ext cx="252442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hike duration</a:t>
            </a:r>
          </a:p>
        </p:txBody>
      </p:sp>
      <p:sp>
        <p:nvSpPr>
          <p:cNvPr id="297" name="EFF-worklist-text2-1">
            <a:extLst>
              <a:ext uri="{FF2B5EF4-FFF2-40B4-BE49-F238E27FC236}">
                <a16:creationId xmlns:a16="http://schemas.microsoft.com/office/drawing/2014/main" id="{B756DA38-A8FA-4C06-9604-7FA6CF47B719}"/>
              </a:ext>
            </a:extLst>
          </p:cNvPr>
          <p:cNvSpPr>
            <a:spLocks noGrp="1"/>
          </p:cNvSpPr>
          <p:nvPr/>
        </p:nvSpPr>
        <p:spPr>
          <a:xfrm>
            <a:off x="3206870" y="6947811"/>
            <a:ext cx="163486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missing</a:t>
            </a:r>
          </a:p>
        </p:txBody>
      </p:sp>
      <p:sp>
        <p:nvSpPr>
          <p:cNvPr id="298" name="EFF-worklist-text2-2">
            <a:extLst>
              <a:ext uri="{FF2B5EF4-FFF2-40B4-BE49-F238E27FC236}">
                <a16:creationId xmlns:a16="http://schemas.microsoft.com/office/drawing/2014/main" id="{3A633802-B6CF-4AB5-ABD9-8F40A9FC0DA4}"/>
              </a:ext>
            </a:extLst>
          </p:cNvPr>
          <p:cNvSpPr>
            <a:spLocks noGrp="1"/>
          </p:cNvSpPr>
          <p:nvPr/>
        </p:nvSpPr>
        <p:spPr>
          <a:xfrm>
            <a:off x="4961946" y="6947811"/>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estimated</a:t>
            </a:r>
          </a:p>
        </p:txBody>
      </p:sp>
      <p:sp>
        <p:nvSpPr>
          <p:cNvPr id="299" name="EFF-worklist-text3-0">
            <a:extLst>
              <a:ext uri="{FF2B5EF4-FFF2-40B4-BE49-F238E27FC236}">
                <a16:creationId xmlns:a16="http://schemas.microsoft.com/office/drawing/2014/main" id="{4BF8204E-A0E2-4FF6-82C8-8FA0FB41C634}"/>
              </a:ext>
            </a:extLst>
          </p:cNvPr>
          <p:cNvSpPr>
            <a:spLocks noGrp="1"/>
          </p:cNvSpPr>
          <p:nvPr/>
        </p:nvSpPr>
        <p:spPr>
          <a:xfrm>
            <a:off x="562235" y="7195461"/>
            <a:ext cx="252442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ride duration</a:t>
            </a:r>
          </a:p>
        </p:txBody>
      </p:sp>
      <p:sp>
        <p:nvSpPr>
          <p:cNvPr id="300" name="EFF-worklist-text3-1">
            <a:extLst>
              <a:ext uri="{FF2B5EF4-FFF2-40B4-BE49-F238E27FC236}">
                <a16:creationId xmlns:a16="http://schemas.microsoft.com/office/drawing/2014/main" id="{66F79BD4-67AA-46C8-91BB-D70CEEEE1BFD}"/>
              </a:ext>
            </a:extLst>
          </p:cNvPr>
          <p:cNvSpPr>
            <a:spLocks noGrp="1"/>
          </p:cNvSpPr>
          <p:nvPr/>
        </p:nvSpPr>
        <p:spPr>
          <a:xfrm>
            <a:off x="3206870" y="7195461"/>
            <a:ext cx="1634865"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missing</a:t>
            </a:r>
          </a:p>
        </p:txBody>
      </p:sp>
      <p:sp>
        <p:nvSpPr>
          <p:cNvPr id="301" name="EFF-worklist-text3-2">
            <a:extLst>
              <a:ext uri="{FF2B5EF4-FFF2-40B4-BE49-F238E27FC236}">
                <a16:creationId xmlns:a16="http://schemas.microsoft.com/office/drawing/2014/main" id="{8D563A7A-F210-4AA2-A24B-86A8CE912C08}"/>
              </a:ext>
            </a:extLst>
          </p:cNvPr>
          <p:cNvSpPr>
            <a:spLocks noGrp="1"/>
          </p:cNvSpPr>
          <p:nvPr/>
        </p:nvSpPr>
        <p:spPr>
          <a:xfrm>
            <a:off x="4961946" y="7195461"/>
            <a:ext cx="1250191"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estimated</a:t>
            </a:r>
          </a:p>
        </p:txBody>
      </p:sp>
      <p:sp>
        <p:nvSpPr>
          <p:cNvPr id="302" name="EFF-reserve-title">
            <a:extLst>
              <a:ext uri="{FF2B5EF4-FFF2-40B4-BE49-F238E27FC236}">
                <a16:creationId xmlns:a16="http://schemas.microsoft.com/office/drawing/2014/main" id="{A4C4DC82-2E0A-45C3-9A52-510DFCEDF96E}"/>
              </a:ext>
            </a:extLst>
          </p:cNvPr>
          <p:cNvSpPr>
            <a:spLocks noGrp="1"/>
          </p:cNvSpPr>
          <p:nvPr/>
        </p:nvSpPr>
        <p:spPr>
          <a:xfrm>
            <a:off x="7163247" y="6681111"/>
            <a:ext cx="4203849" cy="266700"/>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ctr">
              <a:lnSpc>
                <a:spcPct val="100000"/>
              </a:lnSpc>
              <a:buNone/>
              <a:defRPr sz="1500" b="1" i="0">
                <a:solidFill>
                  <a:srgbClr val="171717"/>
                </a:solidFill>
                <a:latin typeface="Arial Rounded MT Bold"/>
                <a:ea typeface="Arial Rounded MT Bold"/>
                <a:cs typeface="Arial Rounded MT Bold"/>
              </a:defRPr>
            </a:pPr>
            <a:r>
              <a:rPr sz="1500" b="1" i="0">
                <a:solidFill>
                  <a:srgbClr val="171717"/>
                </a:solidFill>
                <a:latin typeface="Arial Rounded MT Bold"/>
                <a:ea typeface="Arial Rounded MT Bold"/>
                <a:cs typeface="Arial Rounded MT Bold"/>
              </a:rPr>
              <a:t>Allocate and execute</a:t>
            </a:r>
          </a:p>
        </p:txBody>
      </p:sp>
      <p:sp>
        <p:nvSpPr>
          <p:cNvPr id="303" name="EFF-cap">
            <a:extLst>
              <a:ext uri="{FF2B5EF4-FFF2-40B4-BE49-F238E27FC236}">
                <a16:creationId xmlns:a16="http://schemas.microsoft.com/office/drawing/2014/main" id="{A059F7BF-CD57-4A64-BC0A-1C672F73F610}"/>
              </a:ext>
            </a:extLst>
          </p:cNvPr>
          <p:cNvSpPr>
            <a:spLocks noGrp="1"/>
          </p:cNvSpPr>
          <p:nvPr/>
        </p:nvSpPr>
        <p:spPr>
          <a:xfrm>
            <a:off x="7163247" y="6966861"/>
            <a:ext cx="4203849" cy="24765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ctr">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Within the query budget</a:t>
            </a:r>
          </a:p>
        </p:txBody>
      </p:sp>
      <p:sp>
        <p:nvSpPr>
          <p:cNvPr id="304" name="EFF-refresh">
            <a:extLst>
              <a:ext uri="{FF2B5EF4-FFF2-40B4-BE49-F238E27FC236}">
                <a16:creationId xmlns:a16="http://schemas.microsoft.com/office/drawing/2014/main" id="{494D4622-EBB8-4B4B-8D7B-A0461EA35DFC}"/>
              </a:ext>
            </a:extLst>
          </p:cNvPr>
          <p:cNvSpPr>
            <a:spLocks noGrp="1"/>
          </p:cNvSpPr>
          <p:nvPr/>
        </p:nvSpPr>
        <p:spPr>
          <a:xfrm>
            <a:off x="9289203" y="7419507"/>
            <a:ext cx="2600735" cy="208593"/>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dirty="0">
                <a:solidFill>
                  <a:srgbClr val="171717"/>
                </a:solidFill>
                <a:latin typeface="Trebuchet MS"/>
                <a:ea typeface="Trebuchet MS"/>
                <a:cs typeface="Trebuchet MS"/>
              </a:rPr>
              <a:t>Re-estimate after each action</a:t>
            </a:r>
          </a:p>
        </p:txBody>
      </p:sp>
      <p:sp>
        <p:nvSpPr>
          <p:cNvPr id="305" name="U-title">
            <a:extLst>
              <a:ext uri="{FF2B5EF4-FFF2-40B4-BE49-F238E27FC236}">
                <a16:creationId xmlns:a16="http://schemas.microsoft.com/office/drawing/2014/main" id="{8B2BF198-C84B-4345-93F0-3FAF06F6A28E}"/>
              </a:ext>
            </a:extLst>
          </p:cNvPr>
          <p:cNvSpPr>
            <a:spLocks noGrp="1"/>
          </p:cNvSpPr>
          <p:nvPr/>
        </p:nvSpPr>
        <p:spPr>
          <a:xfrm>
            <a:off x="12540346" y="5723296"/>
            <a:ext cx="2609850" cy="304800"/>
          </a:xfrm>
          <a:prstGeom prst="rect">
            <a:avLst/>
          </a:prstGeom>
          <a:noFill/>
          <a:ln w="0">
            <a:noFill/>
          </a:ln>
        </p:spPr>
        <p:txBody>
          <a:bodyPr wrap="none" lIns="0" tIns="0" rIns="0" bIns="0" anchor="t">
            <a:noAutofit/>
          </a:bodyPr>
          <a:lstStyle>
            <a:defPPr algn="l">
              <a:defRPr sz="1650" b="1" i="0">
                <a:solidFill>
                  <a:srgbClr val="FFFFFF"/>
                </a:solidFill>
                <a:latin typeface="Arial Rounded MT Bold"/>
                <a:ea typeface="Arial Rounded MT Bold"/>
                <a:cs typeface="Arial Rounded MT Bold"/>
              </a:defRPr>
            </a:defPPr>
            <a:lvl1pPr algn="l">
              <a:defRPr sz="1650" b="1" i="0">
                <a:solidFill>
                  <a:srgbClr val="FFFFFF"/>
                </a:solidFill>
                <a:latin typeface="Arial Rounded MT Bold"/>
                <a:ea typeface="Arial Rounded MT Bold"/>
                <a:cs typeface="Arial Rounded MT Bold"/>
              </a:defRPr>
            </a:lvl1pPr>
            <a:lvl2pPr algn="l">
              <a:defRPr sz="1650" b="1" i="0">
                <a:solidFill>
                  <a:srgbClr val="FFFFFF"/>
                </a:solidFill>
                <a:latin typeface="Arial Rounded MT Bold"/>
                <a:ea typeface="Arial Rounded MT Bold"/>
                <a:cs typeface="Arial Rounded MT Bold"/>
              </a:defRPr>
            </a:lvl2pPr>
            <a:lvl3pPr algn="l">
              <a:defRPr sz="1650" b="1" i="0">
                <a:solidFill>
                  <a:srgbClr val="FFFFFF"/>
                </a:solidFill>
                <a:latin typeface="Arial Rounded MT Bold"/>
                <a:ea typeface="Arial Rounded MT Bold"/>
                <a:cs typeface="Arial Rounded MT Bold"/>
              </a:defRPr>
            </a:lvl3pPr>
            <a:lvl4pPr algn="l">
              <a:defRPr sz="1650" b="1" i="0">
                <a:solidFill>
                  <a:srgbClr val="FFFFFF"/>
                </a:solidFill>
                <a:latin typeface="Arial Rounded MT Bold"/>
                <a:ea typeface="Arial Rounded MT Bold"/>
                <a:cs typeface="Arial Rounded MT Bold"/>
              </a:defRPr>
            </a:lvl4pPr>
            <a:lvl5pPr algn="l">
              <a:defRPr sz="1650" b="1" i="0">
                <a:solidFill>
                  <a:srgbClr val="FFFFFF"/>
                </a:solidFill>
                <a:latin typeface="Arial Rounded MT Bold"/>
                <a:ea typeface="Arial Rounded MT Bold"/>
                <a:cs typeface="Arial Rounded MT Bold"/>
              </a:defRPr>
            </a:lvl5pPr>
            <a:lvl6pPr algn="l">
              <a:defRPr sz="1650" b="1" i="0">
                <a:solidFill>
                  <a:srgbClr val="FFFFFF"/>
                </a:solidFill>
                <a:latin typeface="Arial Rounded MT Bold"/>
                <a:ea typeface="Arial Rounded MT Bold"/>
                <a:cs typeface="Arial Rounded MT Bold"/>
              </a:defRPr>
            </a:lvl6pPr>
            <a:lvl7pPr algn="l">
              <a:defRPr sz="1650" b="1" i="0">
                <a:solidFill>
                  <a:srgbClr val="FFFFFF"/>
                </a:solidFill>
                <a:latin typeface="Arial Rounded MT Bold"/>
                <a:ea typeface="Arial Rounded MT Bold"/>
                <a:cs typeface="Arial Rounded MT Bold"/>
              </a:defRPr>
            </a:lvl7pPr>
            <a:lvl8pPr algn="l">
              <a:defRPr sz="1650" b="1" i="0">
                <a:solidFill>
                  <a:srgbClr val="FFFFFF"/>
                </a:solidFill>
                <a:latin typeface="Arial Rounded MT Bold"/>
                <a:ea typeface="Arial Rounded MT Bold"/>
                <a:cs typeface="Arial Rounded MT Bold"/>
              </a:defRPr>
            </a:lvl8pPr>
            <a:lvl9pPr algn="l">
              <a:defRPr sz="1650" b="1" i="0">
                <a:solidFill>
                  <a:srgbClr val="FFFFFF"/>
                </a:solidFill>
                <a:latin typeface="Arial Rounded MT Bold"/>
                <a:ea typeface="Arial Rounded MT Bold"/>
                <a:cs typeface="Arial Rounded MT Bold"/>
              </a:defRPr>
            </a:lvl9pPr>
          </a:lstStyle>
          <a:p>
            <a:pPr algn="l">
              <a:lnSpc>
                <a:spcPct val="100000"/>
              </a:lnSpc>
              <a:buNone/>
              <a:defRPr sz="1650" b="1" i="0">
                <a:solidFill>
                  <a:srgbClr val="FFFFFF"/>
                </a:solidFill>
                <a:latin typeface="Arial Rounded MT Bold"/>
                <a:ea typeface="Arial Rounded MT Bold"/>
                <a:cs typeface="Arial Rounded MT Bold"/>
              </a:defRPr>
            </a:pPr>
            <a:r>
              <a:rPr sz="1650" b="1" i="0" dirty="0">
                <a:solidFill>
                  <a:srgbClr val="FFFFFF"/>
                </a:solidFill>
                <a:latin typeface="Arial Rounded MT Bold"/>
                <a:ea typeface="Arial Rounded MT Bold"/>
                <a:cs typeface="Arial Rounded MT Bold"/>
              </a:rPr>
              <a:t>3. Second-order </a:t>
            </a:r>
            <a:r>
              <a:rPr lang="en-US" altLang="zh-CN" sz="1650" b="1" i="0" dirty="0">
                <a:solidFill>
                  <a:srgbClr val="FFFFFF"/>
                </a:solidFill>
                <a:latin typeface="Arial Rounded MT Bold"/>
                <a:ea typeface="Arial Rounded MT Bold"/>
                <a:cs typeface="Arial Rounded MT Bold"/>
              </a:rPr>
              <a:t>M</a:t>
            </a:r>
            <a:r>
              <a:rPr sz="1650" b="1" i="0" dirty="0">
                <a:solidFill>
                  <a:srgbClr val="FFFFFF"/>
                </a:solidFill>
                <a:latin typeface="Arial Rounded MT Bold"/>
                <a:ea typeface="Arial Rounded MT Bold"/>
                <a:cs typeface="Arial Rounded MT Bold"/>
              </a:rPr>
              <a:t>emory</a:t>
            </a:r>
          </a:p>
        </p:txBody>
      </p:sp>
      <p:sp>
        <p:nvSpPr>
          <p:cNvPr id="306" name="EFF-record-label">
            <a:extLst>
              <a:ext uri="{FF2B5EF4-FFF2-40B4-BE49-F238E27FC236}">
                <a16:creationId xmlns:a16="http://schemas.microsoft.com/office/drawing/2014/main" id="{1428C12E-3BF5-492B-926E-85962887F949}"/>
              </a:ext>
            </a:extLst>
          </p:cNvPr>
          <p:cNvSpPr>
            <a:spLocks noGrp="1"/>
          </p:cNvSpPr>
          <p:nvPr/>
        </p:nvSpPr>
        <p:spPr>
          <a:xfrm>
            <a:off x="11529354" y="7222203"/>
            <a:ext cx="1063864" cy="371234"/>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sz="1275" b="0" i="0" dirty="0">
                <a:solidFill>
                  <a:schemeClr val="tx2">
                    <a:lumMod val="75000"/>
                    <a:lumOff val="25000"/>
                  </a:schemeClr>
                </a:solidFill>
                <a:latin typeface="Trebuchet MS"/>
                <a:ea typeface="Trebuchet MS"/>
                <a:cs typeface="Trebuchet MS"/>
              </a:rPr>
              <a:t>Update</a:t>
            </a:r>
            <a:endParaRPr lang="en-US" sz="1275" b="0" i="0" dirty="0">
              <a:solidFill>
                <a:schemeClr val="tx2">
                  <a:lumMod val="75000"/>
                  <a:lumOff val="25000"/>
                </a:schemeClr>
              </a:solidFill>
              <a:latin typeface="Trebuchet MS"/>
              <a:ea typeface="Trebuchet MS"/>
              <a:cs typeface="Trebuchet MS"/>
            </a:endParaRPr>
          </a:p>
        </p:txBody>
      </p:sp>
      <p:sp>
        <p:nvSpPr>
          <p:cNvPr id="307" name="F8-facts-text0-0">
            <a:extLst>
              <a:ext uri="{FF2B5EF4-FFF2-40B4-BE49-F238E27FC236}">
                <a16:creationId xmlns:a16="http://schemas.microsoft.com/office/drawing/2014/main" id="{E4A2E98E-20C6-42ED-935A-C7B5D7550F91}"/>
              </a:ext>
            </a:extLst>
          </p:cNvPr>
          <p:cNvSpPr>
            <a:spLocks noGrp="1"/>
          </p:cNvSpPr>
          <p:nvPr/>
        </p:nvSpPr>
        <p:spPr>
          <a:xfrm>
            <a:off x="12502246" y="3632693"/>
            <a:ext cx="117157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activity</a:t>
            </a:r>
          </a:p>
        </p:txBody>
      </p:sp>
      <p:sp>
        <p:nvSpPr>
          <p:cNvPr id="308" name="F8-facts-text0-1">
            <a:extLst>
              <a:ext uri="{FF2B5EF4-FFF2-40B4-BE49-F238E27FC236}">
                <a16:creationId xmlns:a16="http://schemas.microsoft.com/office/drawing/2014/main" id="{5F480748-BFCF-4214-82B3-5BCEFB6BD17D}"/>
              </a:ext>
            </a:extLst>
          </p:cNvPr>
          <p:cNvSpPr>
            <a:spLocks noGrp="1"/>
          </p:cNvSpPr>
          <p:nvPr/>
        </p:nvSpPr>
        <p:spPr>
          <a:xfrm>
            <a:off x="13769071" y="3632693"/>
            <a:ext cx="89535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property</a:t>
            </a:r>
          </a:p>
        </p:txBody>
      </p:sp>
      <p:sp>
        <p:nvSpPr>
          <p:cNvPr id="309" name="F8-facts-text0-2">
            <a:extLst>
              <a:ext uri="{FF2B5EF4-FFF2-40B4-BE49-F238E27FC236}">
                <a16:creationId xmlns:a16="http://schemas.microsoft.com/office/drawing/2014/main" id="{F1F65D3A-77C2-40D5-9B88-515410CFEAF9}"/>
              </a:ext>
            </a:extLst>
          </p:cNvPr>
          <p:cNvSpPr>
            <a:spLocks noGrp="1"/>
          </p:cNvSpPr>
          <p:nvPr/>
        </p:nvSpPr>
        <p:spPr>
          <a:xfrm>
            <a:off x="14759671" y="3632693"/>
            <a:ext cx="74295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value</a:t>
            </a:r>
          </a:p>
        </p:txBody>
      </p:sp>
      <p:sp>
        <p:nvSpPr>
          <p:cNvPr id="310" name="F8-facts-text0-3">
            <a:extLst>
              <a:ext uri="{FF2B5EF4-FFF2-40B4-BE49-F238E27FC236}">
                <a16:creationId xmlns:a16="http://schemas.microsoft.com/office/drawing/2014/main" id="{84A214F3-0CD0-4B75-938C-8A49451FF26C}"/>
              </a:ext>
            </a:extLst>
          </p:cNvPr>
          <p:cNvSpPr>
            <a:spLocks noGrp="1"/>
          </p:cNvSpPr>
          <p:nvPr/>
        </p:nvSpPr>
        <p:spPr>
          <a:xfrm>
            <a:off x="15597871" y="3632693"/>
            <a:ext cx="65722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source</a:t>
            </a:r>
          </a:p>
        </p:txBody>
      </p:sp>
      <p:sp>
        <p:nvSpPr>
          <p:cNvPr id="311" name="F8-facts-text1-0">
            <a:extLst>
              <a:ext uri="{FF2B5EF4-FFF2-40B4-BE49-F238E27FC236}">
                <a16:creationId xmlns:a16="http://schemas.microsoft.com/office/drawing/2014/main" id="{685CA03D-27B8-44E8-B967-D57106082201}"/>
              </a:ext>
            </a:extLst>
          </p:cNvPr>
          <p:cNvSpPr>
            <a:spLocks noGrp="1"/>
          </p:cNvSpPr>
          <p:nvPr/>
        </p:nvSpPr>
        <p:spPr>
          <a:xfrm>
            <a:off x="12502246" y="3851768"/>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hike-1</a:t>
            </a:r>
          </a:p>
        </p:txBody>
      </p:sp>
      <p:sp>
        <p:nvSpPr>
          <p:cNvPr id="312" name="F8-facts-text1-1">
            <a:extLst>
              <a:ext uri="{FF2B5EF4-FFF2-40B4-BE49-F238E27FC236}">
                <a16:creationId xmlns:a16="http://schemas.microsoft.com/office/drawing/2014/main" id="{BD368A42-15B0-4EF3-9F0F-7632F8CB86C5}"/>
              </a:ext>
            </a:extLst>
          </p:cNvPr>
          <p:cNvSpPr>
            <a:spLocks noGrp="1"/>
          </p:cNvSpPr>
          <p:nvPr/>
        </p:nvSpPr>
        <p:spPr>
          <a:xfrm>
            <a:off x="13769071" y="3851768"/>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setting</a:t>
            </a:r>
          </a:p>
        </p:txBody>
      </p:sp>
      <p:sp>
        <p:nvSpPr>
          <p:cNvPr id="313" name="F8-facts-text1-2">
            <a:extLst>
              <a:ext uri="{FF2B5EF4-FFF2-40B4-BE49-F238E27FC236}">
                <a16:creationId xmlns:a16="http://schemas.microsoft.com/office/drawing/2014/main" id="{4EF50917-23A0-4302-B076-B59CD549367E}"/>
              </a:ext>
            </a:extLst>
          </p:cNvPr>
          <p:cNvSpPr>
            <a:spLocks noGrp="1"/>
          </p:cNvSpPr>
          <p:nvPr/>
        </p:nvSpPr>
        <p:spPr>
          <a:xfrm>
            <a:off x="14759671" y="3851768"/>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outdoor</a:t>
            </a:r>
          </a:p>
        </p:txBody>
      </p:sp>
      <p:sp>
        <p:nvSpPr>
          <p:cNvPr id="314" name="F8-facts-text1-3">
            <a:extLst>
              <a:ext uri="{FF2B5EF4-FFF2-40B4-BE49-F238E27FC236}">
                <a16:creationId xmlns:a16="http://schemas.microsoft.com/office/drawing/2014/main" id="{5C1F5CFB-CF55-4197-BCE7-2A560BC9508E}"/>
              </a:ext>
            </a:extLst>
          </p:cNvPr>
          <p:cNvSpPr>
            <a:spLocks noGrp="1"/>
          </p:cNvSpPr>
          <p:nvPr/>
        </p:nvSpPr>
        <p:spPr>
          <a:xfrm>
            <a:off x="15597871" y="3851768"/>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2</a:t>
            </a:r>
          </a:p>
        </p:txBody>
      </p:sp>
      <p:sp>
        <p:nvSpPr>
          <p:cNvPr id="315" name="F8-facts-text2-0">
            <a:extLst>
              <a:ext uri="{FF2B5EF4-FFF2-40B4-BE49-F238E27FC236}">
                <a16:creationId xmlns:a16="http://schemas.microsoft.com/office/drawing/2014/main" id="{A23A5768-C080-4E72-A189-EA46AF8EB067}"/>
              </a:ext>
            </a:extLst>
          </p:cNvPr>
          <p:cNvSpPr>
            <a:spLocks noGrp="1"/>
          </p:cNvSpPr>
          <p:nvPr/>
        </p:nvSpPr>
        <p:spPr>
          <a:xfrm>
            <a:off x="12502246" y="4070843"/>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pottery-1</a:t>
            </a:r>
          </a:p>
        </p:txBody>
      </p:sp>
      <p:sp>
        <p:nvSpPr>
          <p:cNvPr id="316" name="F8-facts-text2-1">
            <a:extLst>
              <a:ext uri="{FF2B5EF4-FFF2-40B4-BE49-F238E27FC236}">
                <a16:creationId xmlns:a16="http://schemas.microsoft.com/office/drawing/2014/main" id="{E667E638-0A7D-478D-996D-CB3D5EB08FB7}"/>
              </a:ext>
            </a:extLst>
          </p:cNvPr>
          <p:cNvSpPr>
            <a:spLocks noGrp="1"/>
          </p:cNvSpPr>
          <p:nvPr/>
        </p:nvSpPr>
        <p:spPr>
          <a:xfrm>
            <a:off x="13769071" y="4070843"/>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setting</a:t>
            </a:r>
          </a:p>
        </p:txBody>
      </p:sp>
      <p:sp>
        <p:nvSpPr>
          <p:cNvPr id="317" name="F8-facts-text2-2">
            <a:extLst>
              <a:ext uri="{FF2B5EF4-FFF2-40B4-BE49-F238E27FC236}">
                <a16:creationId xmlns:a16="http://schemas.microsoft.com/office/drawing/2014/main" id="{A4D180A7-7226-41AF-921F-FDA1198D2BB1}"/>
              </a:ext>
            </a:extLst>
          </p:cNvPr>
          <p:cNvSpPr>
            <a:spLocks noGrp="1"/>
          </p:cNvSpPr>
          <p:nvPr/>
        </p:nvSpPr>
        <p:spPr>
          <a:xfrm>
            <a:off x="14759671" y="4070843"/>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indoor</a:t>
            </a:r>
          </a:p>
        </p:txBody>
      </p:sp>
      <p:sp>
        <p:nvSpPr>
          <p:cNvPr id="318" name="F8-facts-text2-3">
            <a:extLst>
              <a:ext uri="{FF2B5EF4-FFF2-40B4-BE49-F238E27FC236}">
                <a16:creationId xmlns:a16="http://schemas.microsoft.com/office/drawing/2014/main" id="{D3E6912B-5EA3-4F1E-99D1-8F8F910C82D9}"/>
              </a:ext>
            </a:extLst>
          </p:cNvPr>
          <p:cNvSpPr>
            <a:spLocks noGrp="1"/>
          </p:cNvSpPr>
          <p:nvPr/>
        </p:nvSpPr>
        <p:spPr>
          <a:xfrm>
            <a:off x="15597871" y="4070843"/>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9</a:t>
            </a:r>
          </a:p>
        </p:txBody>
      </p:sp>
      <p:sp>
        <p:nvSpPr>
          <p:cNvPr id="319" name="F8-facts-text3-0">
            <a:extLst>
              <a:ext uri="{FF2B5EF4-FFF2-40B4-BE49-F238E27FC236}">
                <a16:creationId xmlns:a16="http://schemas.microsoft.com/office/drawing/2014/main" id="{63EF4150-EAFE-45A1-B1E5-348260BE75CE}"/>
              </a:ext>
            </a:extLst>
          </p:cNvPr>
          <p:cNvSpPr>
            <a:spLocks noGrp="1"/>
          </p:cNvSpPr>
          <p:nvPr/>
        </p:nvSpPr>
        <p:spPr>
          <a:xfrm>
            <a:off x="12502246" y="4289918"/>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ride-1</a:t>
            </a:r>
          </a:p>
        </p:txBody>
      </p:sp>
      <p:sp>
        <p:nvSpPr>
          <p:cNvPr id="320" name="F8-facts-text3-1">
            <a:extLst>
              <a:ext uri="{FF2B5EF4-FFF2-40B4-BE49-F238E27FC236}">
                <a16:creationId xmlns:a16="http://schemas.microsoft.com/office/drawing/2014/main" id="{CED32692-3F70-4903-B64A-B6640EA20362}"/>
              </a:ext>
            </a:extLst>
          </p:cNvPr>
          <p:cNvSpPr>
            <a:spLocks noGrp="1"/>
          </p:cNvSpPr>
          <p:nvPr/>
        </p:nvSpPr>
        <p:spPr>
          <a:xfrm>
            <a:off x="13769071" y="4289918"/>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setting</a:t>
            </a:r>
          </a:p>
        </p:txBody>
      </p:sp>
      <p:sp>
        <p:nvSpPr>
          <p:cNvPr id="321" name="F8-facts-text3-2">
            <a:extLst>
              <a:ext uri="{FF2B5EF4-FFF2-40B4-BE49-F238E27FC236}">
                <a16:creationId xmlns:a16="http://schemas.microsoft.com/office/drawing/2014/main" id="{4FBD6FCC-1949-493E-9ECF-7036473971E9}"/>
              </a:ext>
            </a:extLst>
          </p:cNvPr>
          <p:cNvSpPr>
            <a:spLocks noGrp="1"/>
          </p:cNvSpPr>
          <p:nvPr/>
        </p:nvSpPr>
        <p:spPr>
          <a:xfrm>
            <a:off x="14759671" y="4289918"/>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outdoor</a:t>
            </a:r>
          </a:p>
        </p:txBody>
      </p:sp>
      <p:sp>
        <p:nvSpPr>
          <p:cNvPr id="322" name="F8-facts-text3-3">
            <a:extLst>
              <a:ext uri="{FF2B5EF4-FFF2-40B4-BE49-F238E27FC236}">
                <a16:creationId xmlns:a16="http://schemas.microsoft.com/office/drawing/2014/main" id="{FCA8DF02-D92C-4ABB-85AD-3C14DFCDED27}"/>
              </a:ext>
            </a:extLst>
          </p:cNvPr>
          <p:cNvSpPr>
            <a:spLocks noGrp="1"/>
          </p:cNvSpPr>
          <p:nvPr/>
        </p:nvSpPr>
        <p:spPr>
          <a:xfrm>
            <a:off x="15597871" y="4289918"/>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16</a:t>
            </a:r>
          </a:p>
        </p:txBody>
      </p:sp>
      <p:sp>
        <p:nvSpPr>
          <p:cNvPr id="323" name="F8-facts-text4-0">
            <a:extLst>
              <a:ext uri="{FF2B5EF4-FFF2-40B4-BE49-F238E27FC236}">
                <a16:creationId xmlns:a16="http://schemas.microsoft.com/office/drawing/2014/main" id="{55D83316-E7DB-4074-A295-A034FF3589ED}"/>
              </a:ext>
            </a:extLst>
          </p:cNvPr>
          <p:cNvSpPr>
            <a:spLocks noGrp="1"/>
          </p:cNvSpPr>
          <p:nvPr/>
        </p:nvSpPr>
        <p:spPr>
          <a:xfrm>
            <a:off x="12502246" y="4508993"/>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hike-1</a:t>
            </a:r>
          </a:p>
        </p:txBody>
      </p:sp>
      <p:sp>
        <p:nvSpPr>
          <p:cNvPr id="324" name="F8-facts-text4-1">
            <a:extLst>
              <a:ext uri="{FF2B5EF4-FFF2-40B4-BE49-F238E27FC236}">
                <a16:creationId xmlns:a16="http://schemas.microsoft.com/office/drawing/2014/main" id="{2507AAD3-DEE5-4FE2-B2EB-09D36D1E5E15}"/>
              </a:ext>
            </a:extLst>
          </p:cNvPr>
          <p:cNvSpPr>
            <a:spLocks noGrp="1"/>
          </p:cNvSpPr>
          <p:nvPr/>
        </p:nvSpPr>
        <p:spPr>
          <a:xfrm>
            <a:off x="13769071" y="4508993"/>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organizer</a:t>
            </a:r>
          </a:p>
        </p:txBody>
      </p:sp>
      <p:sp>
        <p:nvSpPr>
          <p:cNvPr id="325" name="F8-facts-text4-2">
            <a:extLst>
              <a:ext uri="{FF2B5EF4-FFF2-40B4-BE49-F238E27FC236}">
                <a16:creationId xmlns:a16="http://schemas.microsoft.com/office/drawing/2014/main" id="{DA6999B6-BEB8-4ACD-9099-5A48A2C674CD}"/>
              </a:ext>
            </a:extLst>
          </p:cNvPr>
          <p:cNvSpPr>
            <a:spLocks noGrp="1"/>
          </p:cNvSpPr>
          <p:nvPr/>
        </p:nvSpPr>
        <p:spPr>
          <a:xfrm>
            <a:off x="14759671" y="4508993"/>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Ava</a:t>
            </a:r>
          </a:p>
        </p:txBody>
      </p:sp>
      <p:sp>
        <p:nvSpPr>
          <p:cNvPr id="326" name="F8-facts-text4-3">
            <a:extLst>
              <a:ext uri="{FF2B5EF4-FFF2-40B4-BE49-F238E27FC236}">
                <a16:creationId xmlns:a16="http://schemas.microsoft.com/office/drawing/2014/main" id="{2CF8B882-7FBD-4974-B5F4-24D4F4ACC8B2}"/>
              </a:ext>
            </a:extLst>
          </p:cNvPr>
          <p:cNvSpPr>
            <a:spLocks noGrp="1"/>
          </p:cNvSpPr>
          <p:nvPr/>
        </p:nvSpPr>
        <p:spPr>
          <a:xfrm>
            <a:off x="15597871" y="4508993"/>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2</a:t>
            </a:r>
          </a:p>
        </p:txBody>
      </p:sp>
      <p:sp>
        <p:nvSpPr>
          <p:cNvPr id="327" name="F8-facts-text5-0">
            <a:extLst>
              <a:ext uri="{FF2B5EF4-FFF2-40B4-BE49-F238E27FC236}">
                <a16:creationId xmlns:a16="http://schemas.microsoft.com/office/drawing/2014/main" id="{F3B8B2F7-A275-441B-9ED5-06DB6BD3DFB3}"/>
              </a:ext>
            </a:extLst>
          </p:cNvPr>
          <p:cNvSpPr>
            <a:spLocks noGrp="1"/>
          </p:cNvSpPr>
          <p:nvPr/>
        </p:nvSpPr>
        <p:spPr>
          <a:xfrm>
            <a:off x="12502246" y="4728068"/>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pottery-1</a:t>
            </a:r>
          </a:p>
        </p:txBody>
      </p:sp>
      <p:sp>
        <p:nvSpPr>
          <p:cNvPr id="328" name="F8-facts-text5-1">
            <a:extLst>
              <a:ext uri="{FF2B5EF4-FFF2-40B4-BE49-F238E27FC236}">
                <a16:creationId xmlns:a16="http://schemas.microsoft.com/office/drawing/2014/main" id="{2DC1D9E2-D79D-417B-97AB-1EB5EFD102CD}"/>
              </a:ext>
            </a:extLst>
          </p:cNvPr>
          <p:cNvSpPr>
            <a:spLocks noGrp="1"/>
          </p:cNvSpPr>
          <p:nvPr/>
        </p:nvSpPr>
        <p:spPr>
          <a:xfrm>
            <a:off x="13769071" y="4728068"/>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organizer</a:t>
            </a:r>
          </a:p>
        </p:txBody>
      </p:sp>
      <p:sp>
        <p:nvSpPr>
          <p:cNvPr id="329" name="F8-facts-text5-2">
            <a:extLst>
              <a:ext uri="{FF2B5EF4-FFF2-40B4-BE49-F238E27FC236}">
                <a16:creationId xmlns:a16="http://schemas.microsoft.com/office/drawing/2014/main" id="{5D7C69DB-3038-4973-923C-9656A27194E5}"/>
              </a:ext>
            </a:extLst>
          </p:cNvPr>
          <p:cNvSpPr>
            <a:spLocks noGrp="1"/>
          </p:cNvSpPr>
          <p:nvPr/>
        </p:nvSpPr>
        <p:spPr>
          <a:xfrm>
            <a:off x="14759671" y="4728068"/>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Ben</a:t>
            </a:r>
          </a:p>
        </p:txBody>
      </p:sp>
      <p:sp>
        <p:nvSpPr>
          <p:cNvPr id="330" name="F8-facts-text5-3">
            <a:extLst>
              <a:ext uri="{FF2B5EF4-FFF2-40B4-BE49-F238E27FC236}">
                <a16:creationId xmlns:a16="http://schemas.microsoft.com/office/drawing/2014/main" id="{E9EF8E6D-624F-475E-A613-1407F2BC5020}"/>
              </a:ext>
            </a:extLst>
          </p:cNvPr>
          <p:cNvSpPr>
            <a:spLocks noGrp="1"/>
          </p:cNvSpPr>
          <p:nvPr/>
        </p:nvSpPr>
        <p:spPr>
          <a:xfrm>
            <a:off x="15597871" y="4728068"/>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9</a:t>
            </a:r>
          </a:p>
        </p:txBody>
      </p:sp>
      <p:sp>
        <p:nvSpPr>
          <p:cNvPr id="331" name="F8-facts-text6-0">
            <a:extLst>
              <a:ext uri="{FF2B5EF4-FFF2-40B4-BE49-F238E27FC236}">
                <a16:creationId xmlns:a16="http://schemas.microsoft.com/office/drawing/2014/main" id="{F66FE849-C99A-4EFC-9260-2E355EF2D22B}"/>
              </a:ext>
            </a:extLst>
          </p:cNvPr>
          <p:cNvSpPr>
            <a:spLocks noGrp="1"/>
          </p:cNvSpPr>
          <p:nvPr/>
        </p:nvSpPr>
        <p:spPr>
          <a:xfrm>
            <a:off x="12502246" y="4947143"/>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ride-1</a:t>
            </a:r>
          </a:p>
        </p:txBody>
      </p:sp>
      <p:sp>
        <p:nvSpPr>
          <p:cNvPr id="332" name="F8-facts-text6-1">
            <a:extLst>
              <a:ext uri="{FF2B5EF4-FFF2-40B4-BE49-F238E27FC236}">
                <a16:creationId xmlns:a16="http://schemas.microsoft.com/office/drawing/2014/main" id="{2218EB2F-3D5C-4BA3-92BD-C5245C473054}"/>
              </a:ext>
            </a:extLst>
          </p:cNvPr>
          <p:cNvSpPr>
            <a:spLocks noGrp="1"/>
          </p:cNvSpPr>
          <p:nvPr/>
        </p:nvSpPr>
        <p:spPr>
          <a:xfrm>
            <a:off x="13769071" y="4947143"/>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organizer</a:t>
            </a:r>
          </a:p>
        </p:txBody>
      </p:sp>
      <p:sp>
        <p:nvSpPr>
          <p:cNvPr id="333" name="F8-facts-text6-2">
            <a:extLst>
              <a:ext uri="{FF2B5EF4-FFF2-40B4-BE49-F238E27FC236}">
                <a16:creationId xmlns:a16="http://schemas.microsoft.com/office/drawing/2014/main" id="{9C504226-F24A-4E3D-A503-36E965DAF64C}"/>
              </a:ext>
            </a:extLst>
          </p:cNvPr>
          <p:cNvSpPr>
            <a:spLocks noGrp="1"/>
          </p:cNvSpPr>
          <p:nvPr/>
        </p:nvSpPr>
        <p:spPr>
          <a:xfrm>
            <a:off x="14759671" y="4947143"/>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Cara</a:t>
            </a:r>
          </a:p>
        </p:txBody>
      </p:sp>
      <p:sp>
        <p:nvSpPr>
          <p:cNvPr id="334" name="F8-facts-text6-3">
            <a:extLst>
              <a:ext uri="{FF2B5EF4-FFF2-40B4-BE49-F238E27FC236}">
                <a16:creationId xmlns:a16="http://schemas.microsoft.com/office/drawing/2014/main" id="{04083327-46CC-4E18-A9BC-06D530837362}"/>
              </a:ext>
            </a:extLst>
          </p:cNvPr>
          <p:cNvSpPr>
            <a:spLocks noGrp="1"/>
          </p:cNvSpPr>
          <p:nvPr/>
        </p:nvSpPr>
        <p:spPr>
          <a:xfrm>
            <a:off x="15597871" y="4947143"/>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16</a:t>
            </a:r>
          </a:p>
        </p:txBody>
      </p:sp>
      <p:sp>
        <p:nvSpPr>
          <p:cNvPr id="335" name="F8-facts-text7-0">
            <a:extLst>
              <a:ext uri="{FF2B5EF4-FFF2-40B4-BE49-F238E27FC236}">
                <a16:creationId xmlns:a16="http://schemas.microsoft.com/office/drawing/2014/main" id="{E4895913-CEF6-447D-9A55-44F61485F961}"/>
              </a:ext>
            </a:extLst>
          </p:cNvPr>
          <p:cNvSpPr>
            <a:spLocks noGrp="1"/>
          </p:cNvSpPr>
          <p:nvPr/>
        </p:nvSpPr>
        <p:spPr>
          <a:xfrm>
            <a:off x="12502246" y="5166218"/>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hike-1</a:t>
            </a:r>
          </a:p>
        </p:txBody>
      </p:sp>
      <p:sp>
        <p:nvSpPr>
          <p:cNvPr id="336" name="F8-facts-text7-1">
            <a:extLst>
              <a:ext uri="{FF2B5EF4-FFF2-40B4-BE49-F238E27FC236}">
                <a16:creationId xmlns:a16="http://schemas.microsoft.com/office/drawing/2014/main" id="{E05E258D-5FCA-4D34-9D3F-5885B913A533}"/>
              </a:ext>
            </a:extLst>
          </p:cNvPr>
          <p:cNvSpPr>
            <a:spLocks noGrp="1"/>
          </p:cNvSpPr>
          <p:nvPr/>
        </p:nvSpPr>
        <p:spPr>
          <a:xfrm>
            <a:off x="13769071" y="5166218"/>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duration</a:t>
            </a:r>
          </a:p>
        </p:txBody>
      </p:sp>
      <p:sp>
        <p:nvSpPr>
          <p:cNvPr id="337" name="F8-facts-text7-2">
            <a:extLst>
              <a:ext uri="{FF2B5EF4-FFF2-40B4-BE49-F238E27FC236}">
                <a16:creationId xmlns:a16="http://schemas.microsoft.com/office/drawing/2014/main" id="{BDFDFDE7-29BC-4EDA-8F4B-AD879556700D}"/>
              </a:ext>
            </a:extLst>
          </p:cNvPr>
          <p:cNvSpPr>
            <a:spLocks noGrp="1"/>
          </p:cNvSpPr>
          <p:nvPr/>
        </p:nvSpPr>
        <p:spPr>
          <a:xfrm>
            <a:off x="14759671" y="5166218"/>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4 h</a:t>
            </a:r>
          </a:p>
        </p:txBody>
      </p:sp>
      <p:sp>
        <p:nvSpPr>
          <p:cNvPr id="338" name="F8-facts-text7-3">
            <a:extLst>
              <a:ext uri="{FF2B5EF4-FFF2-40B4-BE49-F238E27FC236}">
                <a16:creationId xmlns:a16="http://schemas.microsoft.com/office/drawing/2014/main" id="{20EAB769-6EE2-4096-86C8-038E93485BFF}"/>
              </a:ext>
            </a:extLst>
          </p:cNvPr>
          <p:cNvSpPr>
            <a:spLocks noGrp="1"/>
          </p:cNvSpPr>
          <p:nvPr/>
        </p:nvSpPr>
        <p:spPr>
          <a:xfrm>
            <a:off x="15597871" y="5166218"/>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2</a:t>
            </a:r>
          </a:p>
        </p:txBody>
      </p:sp>
      <p:sp>
        <p:nvSpPr>
          <p:cNvPr id="339" name="F8-facts-text8-0">
            <a:extLst>
              <a:ext uri="{FF2B5EF4-FFF2-40B4-BE49-F238E27FC236}">
                <a16:creationId xmlns:a16="http://schemas.microsoft.com/office/drawing/2014/main" id="{7FCF8C56-C664-4DAA-BCB1-620F8803ADDB}"/>
              </a:ext>
            </a:extLst>
          </p:cNvPr>
          <p:cNvSpPr>
            <a:spLocks noGrp="1"/>
          </p:cNvSpPr>
          <p:nvPr/>
        </p:nvSpPr>
        <p:spPr>
          <a:xfrm>
            <a:off x="12502246" y="5385293"/>
            <a:ext cx="11715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ride-1</a:t>
            </a:r>
          </a:p>
        </p:txBody>
      </p:sp>
      <p:sp>
        <p:nvSpPr>
          <p:cNvPr id="340" name="F8-facts-text8-1">
            <a:extLst>
              <a:ext uri="{FF2B5EF4-FFF2-40B4-BE49-F238E27FC236}">
                <a16:creationId xmlns:a16="http://schemas.microsoft.com/office/drawing/2014/main" id="{50D3A563-3780-420F-B9F9-4CF93A990679}"/>
              </a:ext>
            </a:extLst>
          </p:cNvPr>
          <p:cNvSpPr>
            <a:spLocks noGrp="1"/>
          </p:cNvSpPr>
          <p:nvPr/>
        </p:nvSpPr>
        <p:spPr>
          <a:xfrm>
            <a:off x="13769071" y="5385293"/>
            <a:ext cx="8953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duration</a:t>
            </a:r>
          </a:p>
        </p:txBody>
      </p:sp>
      <p:sp>
        <p:nvSpPr>
          <p:cNvPr id="341" name="F8-facts-text8-2">
            <a:extLst>
              <a:ext uri="{FF2B5EF4-FFF2-40B4-BE49-F238E27FC236}">
                <a16:creationId xmlns:a16="http://schemas.microsoft.com/office/drawing/2014/main" id="{709AA0DD-ED7E-4F97-9DE0-F2644B7144C3}"/>
              </a:ext>
            </a:extLst>
          </p:cNvPr>
          <p:cNvSpPr>
            <a:spLocks noGrp="1"/>
          </p:cNvSpPr>
          <p:nvPr/>
        </p:nvSpPr>
        <p:spPr>
          <a:xfrm>
            <a:off x="14759671" y="5385293"/>
            <a:ext cx="7429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3 h</a:t>
            </a:r>
          </a:p>
        </p:txBody>
      </p:sp>
      <p:sp>
        <p:nvSpPr>
          <p:cNvPr id="342" name="F8-facts-text8-3">
            <a:extLst>
              <a:ext uri="{FF2B5EF4-FFF2-40B4-BE49-F238E27FC236}">
                <a16:creationId xmlns:a16="http://schemas.microsoft.com/office/drawing/2014/main" id="{85EC8D24-3EB5-444C-9AA0-01A0133873AA}"/>
              </a:ext>
            </a:extLst>
          </p:cNvPr>
          <p:cNvSpPr>
            <a:spLocks noGrp="1"/>
          </p:cNvSpPr>
          <p:nvPr/>
        </p:nvSpPr>
        <p:spPr>
          <a:xfrm>
            <a:off x="15597871" y="5385293"/>
            <a:ext cx="6572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Mar 16</a:t>
            </a:r>
          </a:p>
        </p:txBody>
      </p:sp>
      <p:sp>
        <p:nvSpPr>
          <p:cNvPr id="343" name="U8-use-context">
            <a:extLst>
              <a:ext uri="{FF2B5EF4-FFF2-40B4-BE49-F238E27FC236}">
                <a16:creationId xmlns:a16="http://schemas.microsoft.com/office/drawing/2014/main" id="{12033096-B247-4D4C-B3CE-3DF968156C51}"/>
              </a:ext>
            </a:extLst>
          </p:cNvPr>
          <p:cNvSpPr>
            <a:spLocks noGrp="1"/>
          </p:cNvSpPr>
          <p:nvPr/>
        </p:nvSpPr>
        <p:spPr>
          <a:xfrm>
            <a:off x="12454621" y="6037621"/>
            <a:ext cx="38481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dirty="0">
                <a:solidFill>
                  <a:srgbClr val="171717"/>
                </a:solidFill>
                <a:latin typeface="Trebuchet MS"/>
                <a:ea typeface="Trebuchet MS"/>
                <a:cs typeface="Trebuchet MS"/>
              </a:rPr>
              <a:t>Reported organizer use (Mar 17)</a:t>
            </a:r>
          </a:p>
        </p:txBody>
      </p:sp>
      <p:sp>
        <p:nvSpPr>
          <p:cNvPr id="344" name="U8-use-text0-0">
            <a:extLst>
              <a:ext uri="{FF2B5EF4-FFF2-40B4-BE49-F238E27FC236}">
                <a16:creationId xmlns:a16="http://schemas.microsoft.com/office/drawing/2014/main" id="{031330E2-FB9F-41DA-932B-78ED5816D289}"/>
              </a:ext>
            </a:extLst>
          </p:cNvPr>
          <p:cNvSpPr>
            <a:spLocks noGrp="1"/>
          </p:cNvSpPr>
          <p:nvPr/>
        </p:nvSpPr>
        <p:spPr>
          <a:xfrm>
            <a:off x="12502246" y="6266769"/>
            <a:ext cx="194310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organizer fact</a:t>
            </a:r>
          </a:p>
        </p:txBody>
      </p:sp>
      <p:sp>
        <p:nvSpPr>
          <p:cNvPr id="345" name="U8-use-text0-1">
            <a:extLst>
              <a:ext uri="{FF2B5EF4-FFF2-40B4-BE49-F238E27FC236}">
                <a16:creationId xmlns:a16="http://schemas.microsoft.com/office/drawing/2014/main" id="{7F2B9E31-3E8E-44B9-886D-8278AF20E53A}"/>
              </a:ext>
            </a:extLst>
          </p:cNvPr>
          <p:cNvSpPr>
            <a:spLocks noGrp="1"/>
          </p:cNvSpPr>
          <p:nvPr/>
        </p:nvSpPr>
        <p:spPr>
          <a:xfrm>
            <a:off x="14540596" y="6266769"/>
            <a:ext cx="85725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retrieved</a:t>
            </a:r>
          </a:p>
        </p:txBody>
      </p:sp>
      <p:sp>
        <p:nvSpPr>
          <p:cNvPr id="346" name="U8-use-text0-2">
            <a:extLst>
              <a:ext uri="{FF2B5EF4-FFF2-40B4-BE49-F238E27FC236}">
                <a16:creationId xmlns:a16="http://schemas.microsoft.com/office/drawing/2014/main" id="{D8C0EACD-7C0C-4353-BCDC-EA1E8FAF83F1}"/>
              </a:ext>
            </a:extLst>
          </p:cNvPr>
          <p:cNvSpPr>
            <a:spLocks noGrp="1"/>
          </p:cNvSpPr>
          <p:nvPr/>
        </p:nvSpPr>
        <p:spPr>
          <a:xfrm>
            <a:off x="15493096" y="6266769"/>
            <a:ext cx="76200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used</a:t>
            </a:r>
          </a:p>
        </p:txBody>
      </p:sp>
      <p:sp>
        <p:nvSpPr>
          <p:cNvPr id="347" name="U8-use-text1-0">
            <a:extLst>
              <a:ext uri="{FF2B5EF4-FFF2-40B4-BE49-F238E27FC236}">
                <a16:creationId xmlns:a16="http://schemas.microsoft.com/office/drawing/2014/main" id="{69CF415F-F29A-4291-9B8F-AF90C4D3A60E}"/>
              </a:ext>
            </a:extLst>
          </p:cNvPr>
          <p:cNvSpPr>
            <a:spLocks noGrp="1"/>
          </p:cNvSpPr>
          <p:nvPr/>
        </p:nvSpPr>
        <p:spPr>
          <a:xfrm>
            <a:off x="12502246" y="6485844"/>
            <a:ext cx="19431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hike: Ava</a:t>
            </a:r>
          </a:p>
        </p:txBody>
      </p:sp>
      <p:sp>
        <p:nvSpPr>
          <p:cNvPr id="348" name="U8-use-text1-1">
            <a:extLst>
              <a:ext uri="{FF2B5EF4-FFF2-40B4-BE49-F238E27FC236}">
                <a16:creationId xmlns:a16="http://schemas.microsoft.com/office/drawing/2014/main" id="{4165AB4C-D2E2-4947-A235-238CF6C47C86}"/>
              </a:ext>
            </a:extLst>
          </p:cNvPr>
          <p:cNvSpPr>
            <a:spLocks noGrp="1"/>
          </p:cNvSpPr>
          <p:nvPr/>
        </p:nvSpPr>
        <p:spPr>
          <a:xfrm>
            <a:off x="14540596" y="6485844"/>
            <a:ext cx="85725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yes</a:t>
            </a:r>
          </a:p>
        </p:txBody>
      </p:sp>
      <p:sp>
        <p:nvSpPr>
          <p:cNvPr id="349" name="U8-use-text1-2">
            <a:extLst>
              <a:ext uri="{FF2B5EF4-FFF2-40B4-BE49-F238E27FC236}">
                <a16:creationId xmlns:a16="http://schemas.microsoft.com/office/drawing/2014/main" id="{2E8C11CE-D134-4074-84C5-B7ADD7E254E2}"/>
              </a:ext>
            </a:extLst>
          </p:cNvPr>
          <p:cNvSpPr>
            <a:spLocks noGrp="1"/>
          </p:cNvSpPr>
          <p:nvPr/>
        </p:nvSpPr>
        <p:spPr>
          <a:xfrm>
            <a:off x="15493096" y="6485844"/>
            <a:ext cx="7620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yes</a:t>
            </a:r>
          </a:p>
        </p:txBody>
      </p:sp>
      <p:sp>
        <p:nvSpPr>
          <p:cNvPr id="350" name="U8-use-text2-0">
            <a:extLst>
              <a:ext uri="{FF2B5EF4-FFF2-40B4-BE49-F238E27FC236}">
                <a16:creationId xmlns:a16="http://schemas.microsoft.com/office/drawing/2014/main" id="{D434A9A1-C3B5-4F79-9073-BC8857DD4BA2}"/>
              </a:ext>
            </a:extLst>
          </p:cNvPr>
          <p:cNvSpPr>
            <a:spLocks noGrp="1"/>
          </p:cNvSpPr>
          <p:nvPr/>
        </p:nvSpPr>
        <p:spPr>
          <a:xfrm>
            <a:off x="12502246" y="6704919"/>
            <a:ext cx="19431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pottery: Ben</a:t>
            </a:r>
          </a:p>
        </p:txBody>
      </p:sp>
      <p:sp>
        <p:nvSpPr>
          <p:cNvPr id="351" name="U8-use-text2-1">
            <a:extLst>
              <a:ext uri="{FF2B5EF4-FFF2-40B4-BE49-F238E27FC236}">
                <a16:creationId xmlns:a16="http://schemas.microsoft.com/office/drawing/2014/main" id="{5F30BA7C-FDA7-4141-9B1E-81B82213B589}"/>
              </a:ext>
            </a:extLst>
          </p:cNvPr>
          <p:cNvSpPr>
            <a:spLocks noGrp="1"/>
          </p:cNvSpPr>
          <p:nvPr/>
        </p:nvSpPr>
        <p:spPr>
          <a:xfrm>
            <a:off x="14540596" y="6704919"/>
            <a:ext cx="85725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yes</a:t>
            </a:r>
          </a:p>
        </p:txBody>
      </p:sp>
      <p:sp>
        <p:nvSpPr>
          <p:cNvPr id="352" name="U8-use-text2-2">
            <a:extLst>
              <a:ext uri="{FF2B5EF4-FFF2-40B4-BE49-F238E27FC236}">
                <a16:creationId xmlns:a16="http://schemas.microsoft.com/office/drawing/2014/main" id="{B6151C4C-AA33-42D9-ABD9-967AC5AB243D}"/>
              </a:ext>
            </a:extLst>
          </p:cNvPr>
          <p:cNvSpPr>
            <a:spLocks noGrp="1"/>
          </p:cNvSpPr>
          <p:nvPr/>
        </p:nvSpPr>
        <p:spPr>
          <a:xfrm>
            <a:off x="15493096" y="6704919"/>
            <a:ext cx="7620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no</a:t>
            </a:r>
          </a:p>
        </p:txBody>
      </p:sp>
      <p:sp>
        <p:nvSpPr>
          <p:cNvPr id="353" name="U8-use-text3-0">
            <a:extLst>
              <a:ext uri="{FF2B5EF4-FFF2-40B4-BE49-F238E27FC236}">
                <a16:creationId xmlns:a16="http://schemas.microsoft.com/office/drawing/2014/main" id="{B85968A9-2C30-4686-A084-87E20F26A06F}"/>
              </a:ext>
            </a:extLst>
          </p:cNvPr>
          <p:cNvSpPr>
            <a:spLocks noGrp="1"/>
          </p:cNvSpPr>
          <p:nvPr/>
        </p:nvSpPr>
        <p:spPr>
          <a:xfrm>
            <a:off x="12502246" y="6923994"/>
            <a:ext cx="19431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ride: Cara</a:t>
            </a:r>
          </a:p>
        </p:txBody>
      </p:sp>
      <p:sp>
        <p:nvSpPr>
          <p:cNvPr id="354" name="U8-use-text3-1">
            <a:extLst>
              <a:ext uri="{FF2B5EF4-FFF2-40B4-BE49-F238E27FC236}">
                <a16:creationId xmlns:a16="http://schemas.microsoft.com/office/drawing/2014/main" id="{4F725CB8-9E31-4CBF-AFCF-C56A92AE19BB}"/>
              </a:ext>
            </a:extLst>
          </p:cNvPr>
          <p:cNvSpPr>
            <a:spLocks noGrp="1"/>
          </p:cNvSpPr>
          <p:nvPr/>
        </p:nvSpPr>
        <p:spPr>
          <a:xfrm>
            <a:off x="14540596" y="6923994"/>
            <a:ext cx="85725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yes</a:t>
            </a:r>
          </a:p>
        </p:txBody>
      </p:sp>
      <p:sp>
        <p:nvSpPr>
          <p:cNvPr id="355" name="U8-use-text3-2">
            <a:extLst>
              <a:ext uri="{FF2B5EF4-FFF2-40B4-BE49-F238E27FC236}">
                <a16:creationId xmlns:a16="http://schemas.microsoft.com/office/drawing/2014/main" id="{4E7CFD77-2EAA-42BB-9237-747729E86535}"/>
              </a:ext>
            </a:extLst>
          </p:cNvPr>
          <p:cNvSpPr>
            <a:spLocks noGrp="1"/>
          </p:cNvSpPr>
          <p:nvPr/>
        </p:nvSpPr>
        <p:spPr>
          <a:xfrm>
            <a:off x="15493096" y="6923994"/>
            <a:ext cx="762000" cy="22860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a:solidFill>
                  <a:srgbClr val="171717"/>
                </a:solidFill>
                <a:latin typeface="Trebuchet MS"/>
                <a:ea typeface="Trebuchet MS"/>
                <a:cs typeface="Trebuchet MS"/>
              </a:rPr>
              <a:t>yes</a:t>
            </a:r>
          </a:p>
        </p:txBody>
      </p:sp>
      <p:sp>
        <p:nvSpPr>
          <p:cNvPr id="356" name="U8-actions-text0-0">
            <a:extLst>
              <a:ext uri="{FF2B5EF4-FFF2-40B4-BE49-F238E27FC236}">
                <a16:creationId xmlns:a16="http://schemas.microsoft.com/office/drawing/2014/main" id="{E42ED5BB-ECA3-4575-BA7D-6F4AC96EEF2E}"/>
              </a:ext>
            </a:extLst>
          </p:cNvPr>
          <p:cNvSpPr>
            <a:spLocks noGrp="1"/>
          </p:cNvSpPr>
          <p:nvPr/>
        </p:nvSpPr>
        <p:spPr>
          <a:xfrm>
            <a:off x="12502246" y="7271656"/>
            <a:ext cx="214312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action</a:t>
            </a:r>
          </a:p>
        </p:txBody>
      </p:sp>
      <p:sp>
        <p:nvSpPr>
          <p:cNvPr id="357" name="U8-actions-text0-1">
            <a:extLst>
              <a:ext uri="{FF2B5EF4-FFF2-40B4-BE49-F238E27FC236}">
                <a16:creationId xmlns:a16="http://schemas.microsoft.com/office/drawing/2014/main" id="{AFC0EA54-A111-4B46-BEAF-E0F49926D627}"/>
              </a:ext>
            </a:extLst>
          </p:cNvPr>
          <p:cNvSpPr>
            <a:spLocks noGrp="1"/>
          </p:cNvSpPr>
          <p:nvPr/>
        </p:nvSpPr>
        <p:spPr>
          <a:xfrm>
            <a:off x="14740621" y="7271656"/>
            <a:ext cx="714375"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cost</a:t>
            </a:r>
          </a:p>
        </p:txBody>
      </p:sp>
      <p:sp>
        <p:nvSpPr>
          <p:cNvPr id="358" name="U8-actions-text0-2">
            <a:extLst>
              <a:ext uri="{FF2B5EF4-FFF2-40B4-BE49-F238E27FC236}">
                <a16:creationId xmlns:a16="http://schemas.microsoft.com/office/drawing/2014/main" id="{E75A3BA7-7ACB-47ED-B237-F1E5C0765C68}"/>
              </a:ext>
            </a:extLst>
          </p:cNvPr>
          <p:cNvSpPr>
            <a:spLocks noGrp="1"/>
          </p:cNvSpPr>
          <p:nvPr/>
        </p:nvSpPr>
        <p:spPr>
          <a:xfrm>
            <a:off x="15550246" y="7271656"/>
            <a:ext cx="704850" cy="228600"/>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a:solidFill>
                  <a:srgbClr val="171717"/>
                </a:solidFill>
                <a:latin typeface="Arial Rounded MT Bold"/>
                <a:ea typeface="Arial Rounded MT Bold"/>
                <a:cs typeface="Arial Rounded MT Bold"/>
              </a:rPr>
              <a:t>outcome</a:t>
            </a:r>
          </a:p>
        </p:txBody>
      </p:sp>
      <p:sp>
        <p:nvSpPr>
          <p:cNvPr id="359" name="U8-actions-text1-0">
            <a:extLst>
              <a:ext uri="{FF2B5EF4-FFF2-40B4-BE49-F238E27FC236}">
                <a16:creationId xmlns:a16="http://schemas.microsoft.com/office/drawing/2014/main" id="{B72A64B9-4FBC-4D94-9DEC-7E853594508F}"/>
              </a:ext>
            </a:extLst>
          </p:cNvPr>
          <p:cNvSpPr>
            <a:spLocks noGrp="1"/>
          </p:cNvSpPr>
          <p:nvPr/>
        </p:nvSpPr>
        <p:spPr>
          <a:xfrm>
            <a:off x="12502246" y="7500256"/>
            <a:ext cx="214312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acquire duration</a:t>
            </a:r>
          </a:p>
        </p:txBody>
      </p:sp>
      <p:sp>
        <p:nvSpPr>
          <p:cNvPr id="360" name="U8-actions-text1-1">
            <a:extLst>
              <a:ext uri="{FF2B5EF4-FFF2-40B4-BE49-F238E27FC236}">
                <a16:creationId xmlns:a16="http://schemas.microsoft.com/office/drawing/2014/main" id="{C34B1DFB-1399-4587-A0D8-72691079565F}"/>
              </a:ext>
            </a:extLst>
          </p:cNvPr>
          <p:cNvSpPr>
            <a:spLocks noGrp="1"/>
          </p:cNvSpPr>
          <p:nvPr/>
        </p:nvSpPr>
        <p:spPr>
          <a:xfrm>
            <a:off x="14740621" y="7500256"/>
            <a:ext cx="714375"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logged</a:t>
            </a:r>
          </a:p>
        </p:txBody>
      </p:sp>
      <p:sp>
        <p:nvSpPr>
          <p:cNvPr id="361" name="U8-actions-text1-2">
            <a:extLst>
              <a:ext uri="{FF2B5EF4-FFF2-40B4-BE49-F238E27FC236}">
                <a16:creationId xmlns:a16="http://schemas.microsoft.com/office/drawing/2014/main" id="{6CADD215-1EFD-43A2-B01C-3125B8FD472A}"/>
              </a:ext>
            </a:extLst>
          </p:cNvPr>
          <p:cNvSpPr>
            <a:spLocks noGrp="1"/>
          </p:cNvSpPr>
          <p:nvPr/>
        </p:nvSpPr>
        <p:spPr>
          <a:xfrm>
            <a:off x="15550246" y="7500256"/>
            <a:ext cx="70485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275" b="0" i="0">
                <a:solidFill>
                  <a:srgbClr val="171717"/>
                </a:solidFill>
                <a:latin typeface="Trebuchet MS"/>
                <a:ea typeface="Trebuchet MS"/>
                <a:cs typeface="Trebuchet MS"/>
              </a:rPr>
              <a:t>verified</a:t>
            </a:r>
          </a:p>
        </p:txBody>
      </p:sp>
      <p:sp>
        <p:nvSpPr>
          <p:cNvPr id="362" name="DIALOG-user">
            <a:extLst>
              <a:ext uri="{FF2B5EF4-FFF2-40B4-BE49-F238E27FC236}">
                <a16:creationId xmlns:a16="http://schemas.microsoft.com/office/drawing/2014/main" id="{898B44A2-814E-4CE2-8BDC-22E55F722E63}"/>
              </a:ext>
            </a:extLst>
          </p:cNvPr>
          <p:cNvSpPr>
            <a:spLocks noGrp="1"/>
          </p:cNvSpPr>
          <p:nvPr/>
        </p:nvSpPr>
        <p:spPr>
          <a:xfrm>
            <a:off x="1253446" y="487312"/>
            <a:ext cx="1513386" cy="285750"/>
          </a:xfrm>
          <a:prstGeom prst="rect">
            <a:avLst/>
          </a:prstGeom>
          <a:noFill/>
          <a:ln w="0">
            <a:noFill/>
          </a:ln>
        </p:spPr>
        <p:txBody>
          <a:bodyPr wrap="none" lIns="0" tIns="0" rIns="0" bIns="0" anchor="t">
            <a:noAutofit/>
          </a:bodyPr>
          <a:lstStyle>
            <a:defPPr algn="ctr">
              <a:defRPr sz="1650" b="1" i="0">
                <a:solidFill>
                  <a:srgbClr val="171717"/>
                </a:solidFill>
                <a:latin typeface="Arial Rounded MT Bold"/>
                <a:ea typeface="Arial Rounded MT Bold"/>
                <a:cs typeface="Arial Rounded MT Bold"/>
              </a:defRPr>
            </a:defPPr>
            <a:lvl1pPr algn="ctr">
              <a:defRPr sz="1650" b="1" i="0">
                <a:solidFill>
                  <a:srgbClr val="171717"/>
                </a:solidFill>
                <a:latin typeface="Arial Rounded MT Bold"/>
                <a:ea typeface="Arial Rounded MT Bold"/>
                <a:cs typeface="Arial Rounded MT Bold"/>
              </a:defRPr>
            </a:lvl1pPr>
            <a:lvl2pPr algn="ctr">
              <a:defRPr sz="1650" b="1" i="0">
                <a:solidFill>
                  <a:srgbClr val="171717"/>
                </a:solidFill>
                <a:latin typeface="Arial Rounded MT Bold"/>
                <a:ea typeface="Arial Rounded MT Bold"/>
                <a:cs typeface="Arial Rounded MT Bold"/>
              </a:defRPr>
            </a:lvl2pPr>
            <a:lvl3pPr algn="ctr">
              <a:defRPr sz="1650" b="1" i="0">
                <a:solidFill>
                  <a:srgbClr val="171717"/>
                </a:solidFill>
                <a:latin typeface="Arial Rounded MT Bold"/>
                <a:ea typeface="Arial Rounded MT Bold"/>
                <a:cs typeface="Arial Rounded MT Bold"/>
              </a:defRPr>
            </a:lvl3pPr>
            <a:lvl4pPr algn="ctr">
              <a:defRPr sz="1650" b="1" i="0">
                <a:solidFill>
                  <a:srgbClr val="171717"/>
                </a:solidFill>
                <a:latin typeface="Arial Rounded MT Bold"/>
                <a:ea typeface="Arial Rounded MT Bold"/>
                <a:cs typeface="Arial Rounded MT Bold"/>
              </a:defRPr>
            </a:lvl4pPr>
            <a:lvl5pPr algn="ctr">
              <a:defRPr sz="1650" b="1" i="0">
                <a:solidFill>
                  <a:srgbClr val="171717"/>
                </a:solidFill>
                <a:latin typeface="Arial Rounded MT Bold"/>
                <a:ea typeface="Arial Rounded MT Bold"/>
                <a:cs typeface="Arial Rounded MT Bold"/>
              </a:defRPr>
            </a:lvl5pPr>
            <a:lvl6pPr algn="ctr">
              <a:defRPr sz="1650" b="1" i="0">
                <a:solidFill>
                  <a:srgbClr val="171717"/>
                </a:solidFill>
                <a:latin typeface="Arial Rounded MT Bold"/>
                <a:ea typeface="Arial Rounded MT Bold"/>
                <a:cs typeface="Arial Rounded MT Bold"/>
              </a:defRPr>
            </a:lvl6pPr>
            <a:lvl7pPr algn="ctr">
              <a:defRPr sz="1650" b="1" i="0">
                <a:solidFill>
                  <a:srgbClr val="171717"/>
                </a:solidFill>
                <a:latin typeface="Arial Rounded MT Bold"/>
                <a:ea typeface="Arial Rounded MT Bold"/>
                <a:cs typeface="Arial Rounded MT Bold"/>
              </a:defRPr>
            </a:lvl7pPr>
            <a:lvl8pPr algn="ctr">
              <a:defRPr sz="1650" b="1" i="0">
                <a:solidFill>
                  <a:srgbClr val="171717"/>
                </a:solidFill>
                <a:latin typeface="Arial Rounded MT Bold"/>
                <a:ea typeface="Arial Rounded MT Bold"/>
                <a:cs typeface="Arial Rounded MT Bold"/>
              </a:defRPr>
            </a:lvl8pPr>
            <a:lvl9pPr algn="ctr">
              <a:defRPr sz="1650" b="1" i="0">
                <a:solidFill>
                  <a:srgbClr val="171717"/>
                </a:solidFill>
                <a:latin typeface="Arial Rounded MT Bold"/>
                <a:ea typeface="Arial Rounded MT Bold"/>
                <a:cs typeface="Arial Rounded MT Bold"/>
              </a:defRPr>
            </a:lvl9pPr>
          </a:lstStyle>
          <a:p>
            <a:pPr algn="ctr">
              <a:lnSpc>
                <a:spcPct val="100000"/>
              </a:lnSpc>
              <a:buNone/>
              <a:defRPr sz="1650" b="1" i="0">
                <a:solidFill>
                  <a:srgbClr val="171717"/>
                </a:solidFill>
                <a:latin typeface="Arial Rounded MT Bold"/>
                <a:ea typeface="Arial Rounded MT Bold"/>
                <a:cs typeface="Arial Rounded MT Bold"/>
              </a:defRPr>
            </a:pPr>
            <a:r>
              <a:rPr sz="1650" b="1" i="0" dirty="0">
                <a:solidFill>
                  <a:srgbClr val="171717"/>
                </a:solidFill>
                <a:latin typeface="Arial Rounded MT Bold"/>
                <a:ea typeface="Arial Rounded MT Bold"/>
                <a:cs typeface="Arial Rounded MT Bold"/>
              </a:rPr>
              <a:t>User: Alice</a:t>
            </a:r>
          </a:p>
        </p:txBody>
      </p:sp>
      <p:sp>
        <p:nvSpPr>
          <p:cNvPr id="363" name="DIALOG-date">
            <a:extLst>
              <a:ext uri="{FF2B5EF4-FFF2-40B4-BE49-F238E27FC236}">
                <a16:creationId xmlns:a16="http://schemas.microsoft.com/office/drawing/2014/main" id="{5E768299-429C-4B14-958C-797F0DC77D80}"/>
              </a:ext>
            </a:extLst>
          </p:cNvPr>
          <p:cNvSpPr>
            <a:spLocks noGrp="1"/>
          </p:cNvSpPr>
          <p:nvPr/>
        </p:nvSpPr>
        <p:spPr>
          <a:xfrm>
            <a:off x="3087364" y="502052"/>
            <a:ext cx="840770" cy="228600"/>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l">
              <a:lnSpc>
                <a:spcPct val="100000"/>
              </a:lnSpc>
              <a:buNone/>
              <a:defRPr sz="1275" b="0" i="0">
                <a:solidFill>
                  <a:srgbClr val="171717"/>
                </a:solidFill>
                <a:latin typeface="Trebuchet MS"/>
                <a:ea typeface="Trebuchet MS"/>
                <a:cs typeface="Trebuchet MS"/>
              </a:defRPr>
            </a:pPr>
            <a:r>
              <a:rPr sz="1600" b="0" i="0" dirty="0">
                <a:solidFill>
                  <a:srgbClr val="171717"/>
                </a:solidFill>
                <a:latin typeface="Trebuchet MS"/>
                <a:ea typeface="Trebuchet MS"/>
                <a:cs typeface="Trebuchet MS"/>
              </a:rPr>
              <a:t>Mar 18</a:t>
            </a:r>
          </a:p>
        </p:txBody>
      </p:sp>
      <p:sp>
        <p:nvSpPr>
          <p:cNvPr id="364" name="DIALOG-question-text">
            <a:extLst>
              <a:ext uri="{FF2B5EF4-FFF2-40B4-BE49-F238E27FC236}">
                <a16:creationId xmlns:a16="http://schemas.microsoft.com/office/drawing/2014/main" id="{42A2069F-9677-4865-B7BA-96F8C948972C}"/>
              </a:ext>
            </a:extLst>
          </p:cNvPr>
          <p:cNvSpPr>
            <a:spLocks noGrp="1"/>
          </p:cNvSpPr>
          <p:nvPr/>
        </p:nvSpPr>
        <p:spPr>
          <a:xfrm>
            <a:off x="1338687" y="812567"/>
            <a:ext cx="2606386" cy="51435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pPr algn="l">
              <a:lnSpc>
                <a:spcPct val="100000"/>
              </a:lnSpc>
              <a:buNone/>
              <a:defRPr sz="1350" b="0" i="0">
                <a:solidFill>
                  <a:srgbClr val="171717"/>
                </a:solidFill>
                <a:latin typeface="Trebuchet MS"/>
                <a:ea typeface="Trebuchet MS"/>
                <a:cs typeface="Trebuchet MS"/>
              </a:defRPr>
            </a:pPr>
            <a:r>
              <a:rPr sz="1350" b="0" i="0" dirty="0">
                <a:solidFill>
                  <a:srgbClr val="171717"/>
                </a:solidFill>
                <a:latin typeface="Trebuchet MS"/>
                <a:ea typeface="Trebuchet MS"/>
                <a:cs typeface="Trebuchet MS"/>
              </a:rPr>
              <a:t>Who organized my longest</a:t>
            </a:r>
          </a:p>
          <a:p>
            <a:pPr algn="l">
              <a:lnSpc>
                <a:spcPct val="100000"/>
              </a:lnSpc>
              <a:buNone/>
              <a:defRPr sz="1350" b="0" i="0">
                <a:solidFill>
                  <a:srgbClr val="171717"/>
                </a:solidFill>
                <a:latin typeface="Trebuchet MS"/>
                <a:ea typeface="Trebuchet MS"/>
                <a:cs typeface="Trebuchet MS"/>
              </a:defRPr>
            </a:pPr>
            <a:r>
              <a:rPr sz="1350" b="0" i="0" dirty="0">
                <a:solidFill>
                  <a:srgbClr val="171717"/>
                </a:solidFill>
                <a:latin typeface="Trebuchet MS"/>
                <a:ea typeface="Trebuchet MS"/>
                <a:cs typeface="Trebuchet MS"/>
              </a:rPr>
              <a:t>outdoor activity in March?</a:t>
            </a:r>
          </a:p>
        </p:txBody>
      </p:sp>
      <p:sp>
        <p:nvSpPr>
          <p:cNvPr id="365" name="DIALOG-agent-text">
            <a:extLst>
              <a:ext uri="{FF2B5EF4-FFF2-40B4-BE49-F238E27FC236}">
                <a16:creationId xmlns:a16="http://schemas.microsoft.com/office/drawing/2014/main" id="{F94C4E9D-9367-4BF5-A513-7982A5A21AA0}"/>
              </a:ext>
            </a:extLst>
          </p:cNvPr>
          <p:cNvSpPr>
            <a:spLocks noGrp="1"/>
          </p:cNvSpPr>
          <p:nvPr/>
        </p:nvSpPr>
        <p:spPr>
          <a:xfrm>
            <a:off x="5145399" y="766370"/>
            <a:ext cx="1303193" cy="295275"/>
          </a:xfrm>
          <a:prstGeom prst="rect">
            <a:avLst/>
          </a:prstGeom>
          <a:noFill/>
          <a:ln w="0">
            <a:noFill/>
          </a:ln>
        </p:spPr>
        <p:txBody>
          <a:bodyPr wrap="none" lIns="0" tIns="0" rIns="0" bIns="0" anchor="t">
            <a:noAutofit/>
          </a:bodyPr>
          <a:lstStyle>
            <a:defPPr algn="l">
              <a:defRPr sz="1800" b="1" i="0">
                <a:solidFill>
                  <a:srgbClr val="171717"/>
                </a:solidFill>
                <a:latin typeface="Arial Rounded MT Bold"/>
                <a:ea typeface="Arial Rounded MT Bold"/>
                <a:cs typeface="Arial Rounded MT Bold"/>
              </a:defRPr>
            </a:defPPr>
            <a:lvl1pPr algn="l">
              <a:defRPr sz="1800" b="1" i="0">
                <a:solidFill>
                  <a:srgbClr val="171717"/>
                </a:solidFill>
                <a:latin typeface="Arial Rounded MT Bold"/>
                <a:ea typeface="Arial Rounded MT Bold"/>
                <a:cs typeface="Arial Rounded MT Bold"/>
              </a:defRPr>
            </a:lvl1pPr>
            <a:lvl2pPr algn="l">
              <a:defRPr sz="1800" b="1" i="0">
                <a:solidFill>
                  <a:srgbClr val="171717"/>
                </a:solidFill>
                <a:latin typeface="Arial Rounded MT Bold"/>
                <a:ea typeface="Arial Rounded MT Bold"/>
                <a:cs typeface="Arial Rounded MT Bold"/>
              </a:defRPr>
            </a:lvl2pPr>
            <a:lvl3pPr algn="l">
              <a:defRPr sz="1800" b="1" i="0">
                <a:solidFill>
                  <a:srgbClr val="171717"/>
                </a:solidFill>
                <a:latin typeface="Arial Rounded MT Bold"/>
                <a:ea typeface="Arial Rounded MT Bold"/>
                <a:cs typeface="Arial Rounded MT Bold"/>
              </a:defRPr>
            </a:lvl3pPr>
            <a:lvl4pPr algn="l">
              <a:defRPr sz="1800" b="1" i="0">
                <a:solidFill>
                  <a:srgbClr val="171717"/>
                </a:solidFill>
                <a:latin typeface="Arial Rounded MT Bold"/>
                <a:ea typeface="Arial Rounded MT Bold"/>
                <a:cs typeface="Arial Rounded MT Bold"/>
              </a:defRPr>
            </a:lvl4pPr>
            <a:lvl5pPr algn="l">
              <a:defRPr sz="1800" b="1" i="0">
                <a:solidFill>
                  <a:srgbClr val="171717"/>
                </a:solidFill>
                <a:latin typeface="Arial Rounded MT Bold"/>
                <a:ea typeface="Arial Rounded MT Bold"/>
                <a:cs typeface="Arial Rounded MT Bold"/>
              </a:defRPr>
            </a:lvl5pPr>
            <a:lvl6pPr algn="l">
              <a:defRPr sz="1800" b="1" i="0">
                <a:solidFill>
                  <a:srgbClr val="171717"/>
                </a:solidFill>
                <a:latin typeface="Arial Rounded MT Bold"/>
                <a:ea typeface="Arial Rounded MT Bold"/>
                <a:cs typeface="Arial Rounded MT Bold"/>
              </a:defRPr>
            </a:lvl6pPr>
            <a:lvl7pPr algn="l">
              <a:defRPr sz="1800" b="1" i="0">
                <a:solidFill>
                  <a:srgbClr val="171717"/>
                </a:solidFill>
                <a:latin typeface="Arial Rounded MT Bold"/>
                <a:ea typeface="Arial Rounded MT Bold"/>
                <a:cs typeface="Arial Rounded MT Bold"/>
              </a:defRPr>
            </a:lvl7pPr>
            <a:lvl8pPr algn="l">
              <a:defRPr sz="1800" b="1" i="0">
                <a:solidFill>
                  <a:srgbClr val="171717"/>
                </a:solidFill>
                <a:latin typeface="Arial Rounded MT Bold"/>
                <a:ea typeface="Arial Rounded MT Bold"/>
                <a:cs typeface="Arial Rounded MT Bold"/>
              </a:defRPr>
            </a:lvl8pPr>
            <a:lvl9pPr algn="l">
              <a:defRPr sz="1800" b="1" i="0">
                <a:solidFill>
                  <a:srgbClr val="171717"/>
                </a:solidFill>
                <a:latin typeface="Arial Rounded MT Bold"/>
                <a:ea typeface="Arial Rounded MT Bold"/>
                <a:cs typeface="Arial Rounded MT Bold"/>
              </a:defRPr>
            </a:lvl9pPr>
          </a:lstStyle>
          <a:p>
            <a:pPr algn="l">
              <a:lnSpc>
                <a:spcPct val="100000"/>
              </a:lnSpc>
              <a:buNone/>
              <a:defRPr sz="1800" b="1" i="0">
                <a:solidFill>
                  <a:srgbClr val="171717"/>
                </a:solidFill>
                <a:latin typeface="Arial Rounded MT Bold"/>
                <a:ea typeface="Arial Rounded MT Bold"/>
                <a:cs typeface="Arial Rounded MT Bold"/>
              </a:defRPr>
            </a:pPr>
            <a:r>
              <a:rPr sz="1800" b="1" i="0">
                <a:solidFill>
                  <a:srgbClr val="171717"/>
                </a:solidFill>
                <a:latin typeface="Arial Rounded MT Bold"/>
                <a:ea typeface="Arial Rounded MT Bold"/>
                <a:cs typeface="Arial Rounded MT Bold"/>
              </a:rPr>
              <a:t>LLM Agent</a:t>
            </a:r>
          </a:p>
        </p:txBody>
      </p:sp>
      <p:sp>
        <p:nvSpPr>
          <p:cNvPr id="366" name="DIALOG-question-label">
            <a:extLst>
              <a:ext uri="{FF2B5EF4-FFF2-40B4-BE49-F238E27FC236}">
                <a16:creationId xmlns:a16="http://schemas.microsoft.com/office/drawing/2014/main" id="{7BBE7C0F-6F9D-4CC0-A1A1-A14A27BEFB7B}"/>
              </a:ext>
            </a:extLst>
          </p:cNvPr>
          <p:cNvSpPr>
            <a:spLocks noGrp="1"/>
          </p:cNvSpPr>
          <p:nvPr/>
        </p:nvSpPr>
        <p:spPr>
          <a:xfrm>
            <a:off x="4052399" y="499670"/>
            <a:ext cx="857585" cy="238125"/>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a:solidFill>
                  <a:srgbClr val="171717"/>
                </a:solidFill>
                <a:latin typeface="Trebuchet MS"/>
                <a:ea typeface="Trebuchet MS"/>
                <a:cs typeface="Trebuchet MS"/>
              </a:rPr>
              <a:t>Question</a:t>
            </a:r>
          </a:p>
        </p:txBody>
      </p:sp>
      <p:sp>
        <p:nvSpPr>
          <p:cNvPr id="367" name="DIALOG-answer-label">
            <a:extLst>
              <a:ext uri="{FF2B5EF4-FFF2-40B4-BE49-F238E27FC236}">
                <a16:creationId xmlns:a16="http://schemas.microsoft.com/office/drawing/2014/main" id="{37532302-761D-447B-80F0-DFA462C852F8}"/>
              </a:ext>
            </a:extLst>
          </p:cNvPr>
          <p:cNvSpPr>
            <a:spLocks noGrp="1"/>
          </p:cNvSpPr>
          <p:nvPr/>
        </p:nvSpPr>
        <p:spPr>
          <a:xfrm>
            <a:off x="4114907" y="1042603"/>
            <a:ext cx="756693" cy="238125"/>
          </a:xfrm>
          <a:prstGeom prst="rect">
            <a:avLst/>
          </a:prstGeom>
          <a:noFill/>
          <a:ln w="0">
            <a:noFill/>
          </a:ln>
        </p:spPr>
        <p:txBody>
          <a:bodyPr wrap="none" lIns="0" tIns="0" rIns="0" bIns="0" anchor="t">
            <a:noAutofit/>
          </a:bodyPr>
          <a:lstStyle>
            <a:defPPr algn="l">
              <a:defRPr sz="1500" b="0" i="0">
                <a:solidFill>
                  <a:srgbClr val="171717"/>
                </a:solidFill>
                <a:latin typeface="Trebuchet MS"/>
                <a:ea typeface="Trebuchet MS"/>
                <a:cs typeface="Trebuchet MS"/>
              </a:defRPr>
            </a:defPPr>
            <a:lvl1pPr algn="l">
              <a:defRPr sz="1500" b="0" i="0">
                <a:solidFill>
                  <a:srgbClr val="171717"/>
                </a:solidFill>
                <a:latin typeface="Trebuchet MS"/>
                <a:ea typeface="Trebuchet MS"/>
                <a:cs typeface="Trebuchet MS"/>
              </a:defRPr>
            </a:lvl1pPr>
            <a:lvl2pPr algn="l">
              <a:defRPr sz="1500" b="0" i="0">
                <a:solidFill>
                  <a:srgbClr val="171717"/>
                </a:solidFill>
                <a:latin typeface="Trebuchet MS"/>
                <a:ea typeface="Trebuchet MS"/>
                <a:cs typeface="Trebuchet MS"/>
              </a:defRPr>
            </a:lvl2pPr>
            <a:lvl3pPr algn="l">
              <a:defRPr sz="1500" b="0" i="0">
                <a:solidFill>
                  <a:srgbClr val="171717"/>
                </a:solidFill>
                <a:latin typeface="Trebuchet MS"/>
                <a:ea typeface="Trebuchet MS"/>
                <a:cs typeface="Trebuchet MS"/>
              </a:defRPr>
            </a:lvl3pPr>
            <a:lvl4pPr algn="l">
              <a:defRPr sz="1500" b="0" i="0">
                <a:solidFill>
                  <a:srgbClr val="171717"/>
                </a:solidFill>
                <a:latin typeface="Trebuchet MS"/>
                <a:ea typeface="Trebuchet MS"/>
                <a:cs typeface="Trebuchet MS"/>
              </a:defRPr>
            </a:lvl4pPr>
            <a:lvl5pPr algn="l">
              <a:defRPr sz="1500" b="0" i="0">
                <a:solidFill>
                  <a:srgbClr val="171717"/>
                </a:solidFill>
                <a:latin typeface="Trebuchet MS"/>
                <a:ea typeface="Trebuchet MS"/>
                <a:cs typeface="Trebuchet MS"/>
              </a:defRPr>
            </a:lvl5pPr>
            <a:lvl6pPr algn="l">
              <a:defRPr sz="1500" b="0" i="0">
                <a:solidFill>
                  <a:srgbClr val="171717"/>
                </a:solidFill>
                <a:latin typeface="Trebuchet MS"/>
                <a:ea typeface="Trebuchet MS"/>
                <a:cs typeface="Trebuchet MS"/>
              </a:defRPr>
            </a:lvl6pPr>
            <a:lvl7pPr algn="l">
              <a:defRPr sz="1500" b="0" i="0">
                <a:solidFill>
                  <a:srgbClr val="171717"/>
                </a:solidFill>
                <a:latin typeface="Trebuchet MS"/>
                <a:ea typeface="Trebuchet MS"/>
                <a:cs typeface="Trebuchet MS"/>
              </a:defRPr>
            </a:lvl7pPr>
            <a:lvl8pPr algn="l">
              <a:defRPr sz="1500" b="0" i="0">
                <a:solidFill>
                  <a:srgbClr val="171717"/>
                </a:solidFill>
                <a:latin typeface="Trebuchet MS"/>
                <a:ea typeface="Trebuchet MS"/>
                <a:cs typeface="Trebuchet MS"/>
              </a:defRPr>
            </a:lvl8pPr>
            <a:lvl9pPr algn="l">
              <a:defRPr sz="1500" b="0" i="0">
                <a:solidFill>
                  <a:srgbClr val="171717"/>
                </a:solidFill>
                <a:latin typeface="Trebuchet MS"/>
                <a:ea typeface="Trebuchet MS"/>
                <a:cs typeface="Trebuchet MS"/>
              </a:defRPr>
            </a:lvl9pPr>
          </a:lstStyle>
          <a:p>
            <a:pPr algn="l">
              <a:lnSpc>
                <a:spcPct val="100000"/>
              </a:lnSpc>
              <a:buNone/>
              <a:defRPr sz="1500" b="0" i="0">
                <a:solidFill>
                  <a:srgbClr val="171717"/>
                </a:solidFill>
                <a:latin typeface="Trebuchet MS"/>
                <a:ea typeface="Trebuchet MS"/>
                <a:cs typeface="Trebuchet MS"/>
              </a:defRPr>
            </a:pPr>
            <a:r>
              <a:rPr sz="1500" b="0" i="0" dirty="0">
                <a:solidFill>
                  <a:srgbClr val="171717"/>
                </a:solidFill>
                <a:latin typeface="Trebuchet MS"/>
                <a:ea typeface="Trebuchet MS"/>
                <a:cs typeface="Trebuchet MS"/>
              </a:rPr>
              <a:t>Answer</a:t>
            </a:r>
          </a:p>
        </p:txBody>
      </p:sp>
      <p:sp>
        <p:nvSpPr>
          <p:cNvPr id="368" name="DIALOG-returned-title">
            <a:extLst>
              <a:ext uri="{FF2B5EF4-FFF2-40B4-BE49-F238E27FC236}">
                <a16:creationId xmlns:a16="http://schemas.microsoft.com/office/drawing/2014/main" id="{B66C27FC-0D94-475D-B96B-DC01D7B103AE}"/>
              </a:ext>
            </a:extLst>
          </p:cNvPr>
          <p:cNvSpPr>
            <a:spLocks noGrp="1"/>
          </p:cNvSpPr>
          <p:nvPr/>
        </p:nvSpPr>
        <p:spPr>
          <a:xfrm>
            <a:off x="7343637" y="1039880"/>
            <a:ext cx="2270078" cy="238125"/>
          </a:xfrm>
          <a:prstGeom prst="rect">
            <a:avLst/>
          </a:prstGeom>
          <a:noFill/>
          <a:ln w="0">
            <a:noFill/>
          </a:ln>
        </p:spPr>
        <p:txBody>
          <a:bodyPr wrap="none" lIns="0" tIns="0" rIns="0" bIns="0" anchor="t">
            <a:noAutofit/>
          </a:bodyPr>
          <a:lstStyle>
            <a:defPPr algn="l">
              <a:defRPr sz="1275" b="1" i="0">
                <a:solidFill>
                  <a:srgbClr val="171717"/>
                </a:solidFill>
                <a:latin typeface="Arial Rounded MT Bold"/>
                <a:ea typeface="Arial Rounded MT Bold"/>
                <a:cs typeface="Arial Rounded MT Bold"/>
              </a:defRPr>
            </a:defPPr>
            <a:lvl1pPr algn="l">
              <a:defRPr sz="1275" b="1" i="0">
                <a:solidFill>
                  <a:srgbClr val="171717"/>
                </a:solidFill>
                <a:latin typeface="Arial Rounded MT Bold"/>
                <a:ea typeface="Arial Rounded MT Bold"/>
                <a:cs typeface="Arial Rounded MT Bold"/>
              </a:defRPr>
            </a:lvl1pPr>
            <a:lvl2pPr algn="l">
              <a:defRPr sz="1275" b="1" i="0">
                <a:solidFill>
                  <a:srgbClr val="171717"/>
                </a:solidFill>
                <a:latin typeface="Arial Rounded MT Bold"/>
                <a:ea typeface="Arial Rounded MT Bold"/>
                <a:cs typeface="Arial Rounded MT Bold"/>
              </a:defRPr>
            </a:lvl2pPr>
            <a:lvl3pPr algn="l">
              <a:defRPr sz="1275" b="1" i="0">
                <a:solidFill>
                  <a:srgbClr val="171717"/>
                </a:solidFill>
                <a:latin typeface="Arial Rounded MT Bold"/>
                <a:ea typeface="Arial Rounded MT Bold"/>
                <a:cs typeface="Arial Rounded MT Bold"/>
              </a:defRPr>
            </a:lvl3pPr>
            <a:lvl4pPr algn="l">
              <a:defRPr sz="1275" b="1" i="0">
                <a:solidFill>
                  <a:srgbClr val="171717"/>
                </a:solidFill>
                <a:latin typeface="Arial Rounded MT Bold"/>
                <a:ea typeface="Arial Rounded MT Bold"/>
                <a:cs typeface="Arial Rounded MT Bold"/>
              </a:defRPr>
            </a:lvl4pPr>
            <a:lvl5pPr algn="l">
              <a:defRPr sz="1275" b="1" i="0">
                <a:solidFill>
                  <a:srgbClr val="171717"/>
                </a:solidFill>
                <a:latin typeface="Arial Rounded MT Bold"/>
                <a:ea typeface="Arial Rounded MT Bold"/>
                <a:cs typeface="Arial Rounded MT Bold"/>
              </a:defRPr>
            </a:lvl5pPr>
            <a:lvl6pPr algn="l">
              <a:defRPr sz="1275" b="1" i="0">
                <a:solidFill>
                  <a:srgbClr val="171717"/>
                </a:solidFill>
                <a:latin typeface="Arial Rounded MT Bold"/>
                <a:ea typeface="Arial Rounded MT Bold"/>
                <a:cs typeface="Arial Rounded MT Bold"/>
              </a:defRPr>
            </a:lvl6pPr>
            <a:lvl7pPr algn="l">
              <a:defRPr sz="1275" b="1" i="0">
                <a:solidFill>
                  <a:srgbClr val="171717"/>
                </a:solidFill>
                <a:latin typeface="Arial Rounded MT Bold"/>
                <a:ea typeface="Arial Rounded MT Bold"/>
                <a:cs typeface="Arial Rounded MT Bold"/>
              </a:defRPr>
            </a:lvl7pPr>
            <a:lvl8pPr algn="l">
              <a:defRPr sz="1275" b="1" i="0">
                <a:solidFill>
                  <a:srgbClr val="171717"/>
                </a:solidFill>
                <a:latin typeface="Arial Rounded MT Bold"/>
                <a:ea typeface="Arial Rounded MT Bold"/>
                <a:cs typeface="Arial Rounded MT Bold"/>
              </a:defRPr>
            </a:lvl8pPr>
            <a:lvl9pPr algn="l">
              <a:defRPr sz="1275" b="1" i="0">
                <a:solidFill>
                  <a:srgbClr val="171717"/>
                </a:solidFill>
                <a:latin typeface="Arial Rounded MT Bold"/>
                <a:ea typeface="Arial Rounded MT Bold"/>
                <a:cs typeface="Arial Rounded MT Bold"/>
              </a:defRPr>
            </a:lvl9pPr>
          </a:lstStyle>
          <a:p>
            <a:pPr algn="l">
              <a:lnSpc>
                <a:spcPct val="100000"/>
              </a:lnSpc>
              <a:buNone/>
              <a:defRPr sz="1275" b="1" i="0">
                <a:solidFill>
                  <a:srgbClr val="171717"/>
                </a:solidFill>
                <a:latin typeface="Arial Rounded MT Bold"/>
                <a:ea typeface="Arial Rounded MT Bold"/>
                <a:cs typeface="Arial Rounded MT Bold"/>
              </a:defRPr>
            </a:pPr>
            <a:r>
              <a:rPr sz="1275" b="1" i="0" dirty="0">
                <a:solidFill>
                  <a:srgbClr val="171717"/>
                </a:solidFill>
                <a:latin typeface="Arial Rounded MT Bold"/>
                <a:ea typeface="Arial Rounded MT Bold"/>
                <a:cs typeface="Arial Rounded MT Bold"/>
              </a:rPr>
              <a:t>Retrieved memory</a:t>
            </a:r>
          </a:p>
        </p:txBody>
      </p:sp>
      <p:sp>
        <p:nvSpPr>
          <p:cNvPr id="370" name="PLAN-select">
            <a:extLst>
              <a:ext uri="{FF2B5EF4-FFF2-40B4-BE49-F238E27FC236}">
                <a16:creationId xmlns:a16="http://schemas.microsoft.com/office/drawing/2014/main" id="{52BEC808-CC09-47CB-8B8D-C262BEA2AC54}"/>
              </a:ext>
            </a:extLst>
          </p:cNvPr>
          <p:cNvSpPr>
            <a:spLocks noGrp="1"/>
          </p:cNvSpPr>
          <p:nvPr/>
        </p:nvSpPr>
        <p:spPr>
          <a:xfrm>
            <a:off x="9870313" y="707000"/>
            <a:ext cx="1262209" cy="290017"/>
          </a:xfrm>
          <a:prstGeom prst="rect">
            <a:avLst/>
          </a:prstGeom>
          <a:noFill/>
          <a:ln w="0">
            <a:noFill/>
          </a:ln>
        </p:spPr>
        <p:txBody>
          <a:bodyPr wrap="none" lIns="0" tIns="0" rIns="0" bIns="0" anchor="t">
            <a:noAutofit/>
          </a:bodyPr>
          <a:lstStyle>
            <a:defPPr algn="l">
              <a:defRPr sz="1500" b="1" i="0">
                <a:solidFill>
                  <a:srgbClr val="171717"/>
                </a:solidFill>
                <a:latin typeface="Arial Rounded MT Bold"/>
                <a:ea typeface="Arial Rounded MT Bold"/>
                <a:cs typeface="Arial Rounded MT Bold"/>
              </a:defRPr>
            </a:defPPr>
            <a:lvl1pPr algn="l">
              <a:defRPr sz="1500" b="1" i="0">
                <a:solidFill>
                  <a:srgbClr val="171717"/>
                </a:solidFill>
                <a:latin typeface="Arial Rounded MT Bold"/>
                <a:ea typeface="Arial Rounded MT Bold"/>
                <a:cs typeface="Arial Rounded MT Bold"/>
              </a:defRPr>
            </a:lvl1pPr>
            <a:lvl2pPr algn="l">
              <a:defRPr sz="1500" b="1" i="0">
                <a:solidFill>
                  <a:srgbClr val="171717"/>
                </a:solidFill>
                <a:latin typeface="Arial Rounded MT Bold"/>
                <a:ea typeface="Arial Rounded MT Bold"/>
                <a:cs typeface="Arial Rounded MT Bold"/>
              </a:defRPr>
            </a:lvl2pPr>
            <a:lvl3pPr algn="l">
              <a:defRPr sz="1500" b="1" i="0">
                <a:solidFill>
                  <a:srgbClr val="171717"/>
                </a:solidFill>
                <a:latin typeface="Arial Rounded MT Bold"/>
                <a:ea typeface="Arial Rounded MT Bold"/>
                <a:cs typeface="Arial Rounded MT Bold"/>
              </a:defRPr>
            </a:lvl3pPr>
            <a:lvl4pPr algn="l">
              <a:defRPr sz="1500" b="1" i="0">
                <a:solidFill>
                  <a:srgbClr val="171717"/>
                </a:solidFill>
                <a:latin typeface="Arial Rounded MT Bold"/>
                <a:ea typeface="Arial Rounded MT Bold"/>
                <a:cs typeface="Arial Rounded MT Bold"/>
              </a:defRPr>
            </a:lvl4pPr>
            <a:lvl5pPr algn="l">
              <a:defRPr sz="1500" b="1" i="0">
                <a:solidFill>
                  <a:srgbClr val="171717"/>
                </a:solidFill>
                <a:latin typeface="Arial Rounded MT Bold"/>
                <a:ea typeface="Arial Rounded MT Bold"/>
                <a:cs typeface="Arial Rounded MT Bold"/>
              </a:defRPr>
            </a:lvl5pPr>
            <a:lvl6pPr algn="l">
              <a:defRPr sz="1500" b="1" i="0">
                <a:solidFill>
                  <a:srgbClr val="171717"/>
                </a:solidFill>
                <a:latin typeface="Arial Rounded MT Bold"/>
                <a:ea typeface="Arial Rounded MT Bold"/>
                <a:cs typeface="Arial Rounded MT Bold"/>
              </a:defRPr>
            </a:lvl6pPr>
            <a:lvl7pPr algn="l">
              <a:defRPr sz="1500" b="1" i="0">
                <a:solidFill>
                  <a:srgbClr val="171717"/>
                </a:solidFill>
                <a:latin typeface="Arial Rounded MT Bold"/>
                <a:ea typeface="Arial Rounded MT Bold"/>
                <a:cs typeface="Arial Rounded MT Bold"/>
              </a:defRPr>
            </a:lvl7pPr>
            <a:lvl8pPr algn="l">
              <a:defRPr sz="1500" b="1" i="0">
                <a:solidFill>
                  <a:srgbClr val="171717"/>
                </a:solidFill>
                <a:latin typeface="Arial Rounded MT Bold"/>
                <a:ea typeface="Arial Rounded MT Bold"/>
                <a:cs typeface="Arial Rounded MT Bold"/>
              </a:defRPr>
            </a:lvl8pPr>
            <a:lvl9pPr algn="l">
              <a:defRPr sz="1500" b="1" i="0">
                <a:solidFill>
                  <a:srgbClr val="171717"/>
                </a:solidFill>
                <a:latin typeface="Arial Rounded MT Bold"/>
                <a:ea typeface="Arial Rounded MT Bold"/>
                <a:cs typeface="Arial Rounded MT Bold"/>
              </a:defRPr>
            </a:lvl9pPr>
          </a:lstStyle>
          <a:p>
            <a:pPr algn="ctr">
              <a:defRPr sz="1500" b="1" i="0">
                <a:solidFill>
                  <a:srgbClr val="171717"/>
                </a:solidFill>
                <a:latin typeface="Arial Rounded MT Bold"/>
                <a:ea typeface="Arial Rounded MT Bold"/>
                <a:cs typeface="Arial Rounded MT Bold"/>
              </a:defRPr>
            </a:pPr>
            <a:r>
              <a:rPr lang="en" altLang="zh-CN" sz="2000" dirty="0" err="1">
                <a:solidFill>
                  <a:schemeClr val="accent1">
                    <a:lumMod val="75000"/>
                  </a:schemeClr>
                </a:solidFill>
                <a:latin typeface="Calisto MT" panose="02040603050505030304" pitchFamily="18" charset="0"/>
              </a:rPr>
              <a:t>MemCatalog</a:t>
            </a:r>
            <a:endParaRPr sz="2000" i="0" dirty="0">
              <a:solidFill>
                <a:schemeClr val="accent1">
                  <a:lumMod val="75000"/>
                </a:schemeClr>
              </a:solidFill>
              <a:latin typeface="Calisto MT" panose="02040603050505030304" pitchFamily="18" charset="0"/>
            </a:endParaRPr>
          </a:p>
        </p:txBody>
      </p:sp>
      <p:sp>
        <p:nvSpPr>
          <p:cNvPr id="372" name="QUERY-label">
            <a:extLst>
              <a:ext uri="{FF2B5EF4-FFF2-40B4-BE49-F238E27FC236}">
                <a16:creationId xmlns:a16="http://schemas.microsoft.com/office/drawing/2014/main" id="{D1687A7A-80CA-48D6-903F-87151541A936}"/>
              </a:ext>
            </a:extLst>
          </p:cNvPr>
          <p:cNvSpPr>
            <a:spLocks noGrp="1"/>
          </p:cNvSpPr>
          <p:nvPr/>
        </p:nvSpPr>
        <p:spPr>
          <a:xfrm>
            <a:off x="7827455" y="509195"/>
            <a:ext cx="756693" cy="247650"/>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r>
              <a:rPr sz="1275" b="1" dirty="0">
                <a:latin typeface="Arial Rounded MT Bold"/>
              </a:rPr>
              <a:t>Query</a:t>
            </a:r>
          </a:p>
        </p:txBody>
      </p:sp>
      <p:sp>
        <p:nvSpPr>
          <p:cNvPr id="373" name="HIER-performance-subtitle">
            <a:extLst>
              <a:ext uri="{FF2B5EF4-FFF2-40B4-BE49-F238E27FC236}">
                <a16:creationId xmlns:a16="http://schemas.microsoft.com/office/drawing/2014/main" id="{152606B5-6B80-468C-A088-E42F8C77DFC3}"/>
              </a:ext>
            </a:extLst>
          </p:cNvPr>
          <p:cNvSpPr>
            <a:spLocks noGrp="1"/>
          </p:cNvSpPr>
          <p:nvPr/>
        </p:nvSpPr>
        <p:spPr>
          <a:xfrm>
            <a:off x="2611627" y="1754646"/>
            <a:ext cx="6191250" cy="295275"/>
          </a:xfrm>
          <a:prstGeom prst="rect">
            <a:avLst/>
          </a:prstGeom>
          <a:noFill/>
          <a:ln w="0">
            <a:noFill/>
          </a:ln>
        </p:spPr>
        <p:txBody>
          <a:bodyPr wrap="none" lIns="0" tIns="0" rIns="0" bIns="0" anchor="t">
            <a:noAutofit/>
          </a:bodyPr>
          <a:lstStyle>
            <a:defPPr algn="l">
              <a:defRPr sz="1800" b="1" i="0">
                <a:solidFill>
                  <a:srgbClr val="171717"/>
                </a:solidFill>
                <a:latin typeface="Arial Rounded MT Bold"/>
                <a:ea typeface="Arial Rounded MT Bold"/>
                <a:cs typeface="Arial Rounded MT Bold"/>
              </a:defRPr>
            </a:defPPr>
            <a:lvl1pPr algn="l">
              <a:defRPr sz="1800" b="1" i="0">
                <a:solidFill>
                  <a:srgbClr val="171717"/>
                </a:solidFill>
                <a:latin typeface="Arial Rounded MT Bold"/>
                <a:ea typeface="Arial Rounded MT Bold"/>
                <a:cs typeface="Arial Rounded MT Bold"/>
              </a:defRPr>
            </a:lvl1pPr>
            <a:lvl2pPr algn="l">
              <a:defRPr sz="1800" b="1" i="0">
                <a:solidFill>
                  <a:srgbClr val="171717"/>
                </a:solidFill>
                <a:latin typeface="Arial Rounded MT Bold"/>
                <a:ea typeface="Arial Rounded MT Bold"/>
                <a:cs typeface="Arial Rounded MT Bold"/>
              </a:defRPr>
            </a:lvl2pPr>
            <a:lvl3pPr algn="l">
              <a:defRPr sz="1800" b="1" i="0">
                <a:solidFill>
                  <a:srgbClr val="171717"/>
                </a:solidFill>
                <a:latin typeface="Arial Rounded MT Bold"/>
                <a:ea typeface="Arial Rounded MT Bold"/>
                <a:cs typeface="Arial Rounded MT Bold"/>
              </a:defRPr>
            </a:lvl3pPr>
            <a:lvl4pPr algn="l">
              <a:defRPr sz="1800" b="1" i="0">
                <a:solidFill>
                  <a:srgbClr val="171717"/>
                </a:solidFill>
                <a:latin typeface="Arial Rounded MT Bold"/>
                <a:ea typeface="Arial Rounded MT Bold"/>
                <a:cs typeface="Arial Rounded MT Bold"/>
              </a:defRPr>
            </a:lvl4pPr>
            <a:lvl5pPr algn="l">
              <a:defRPr sz="1800" b="1" i="0">
                <a:solidFill>
                  <a:srgbClr val="171717"/>
                </a:solidFill>
                <a:latin typeface="Arial Rounded MT Bold"/>
                <a:ea typeface="Arial Rounded MT Bold"/>
                <a:cs typeface="Arial Rounded MT Bold"/>
              </a:defRPr>
            </a:lvl5pPr>
            <a:lvl6pPr algn="l">
              <a:defRPr sz="1800" b="1" i="0">
                <a:solidFill>
                  <a:srgbClr val="171717"/>
                </a:solidFill>
                <a:latin typeface="Arial Rounded MT Bold"/>
                <a:ea typeface="Arial Rounded MT Bold"/>
                <a:cs typeface="Arial Rounded MT Bold"/>
              </a:defRPr>
            </a:lvl6pPr>
            <a:lvl7pPr algn="l">
              <a:defRPr sz="1800" b="1" i="0">
                <a:solidFill>
                  <a:srgbClr val="171717"/>
                </a:solidFill>
                <a:latin typeface="Arial Rounded MT Bold"/>
                <a:ea typeface="Arial Rounded MT Bold"/>
                <a:cs typeface="Arial Rounded MT Bold"/>
              </a:defRPr>
            </a:lvl7pPr>
            <a:lvl8pPr algn="l">
              <a:defRPr sz="1800" b="1" i="0">
                <a:solidFill>
                  <a:srgbClr val="171717"/>
                </a:solidFill>
                <a:latin typeface="Arial Rounded MT Bold"/>
                <a:ea typeface="Arial Rounded MT Bold"/>
                <a:cs typeface="Arial Rounded MT Bold"/>
              </a:defRPr>
            </a:lvl8pPr>
            <a:lvl9pPr algn="l">
              <a:defRPr sz="1800" b="1" i="0">
                <a:solidFill>
                  <a:srgbClr val="171717"/>
                </a:solidFill>
                <a:latin typeface="Arial Rounded MT Bold"/>
                <a:ea typeface="Arial Rounded MT Bold"/>
                <a:cs typeface="Arial Rounded MT Bold"/>
              </a:defRPr>
            </a:lvl9pPr>
          </a:lstStyle>
          <a:p>
            <a:pPr algn="l">
              <a:lnSpc>
                <a:spcPct val="100000"/>
              </a:lnSpc>
              <a:buNone/>
              <a:defRPr sz="1800" b="1" i="0">
                <a:solidFill>
                  <a:srgbClr val="171717"/>
                </a:solidFill>
                <a:latin typeface="Arial Rounded MT Bold"/>
                <a:ea typeface="Arial Rounded MT Bold"/>
                <a:cs typeface="Arial Rounded MT Bold"/>
              </a:defRPr>
            </a:pPr>
            <a:r>
              <a:rPr sz="1800" b="1" i="0" dirty="0">
                <a:solidFill>
                  <a:srgbClr val="171717"/>
                </a:solidFill>
                <a:latin typeface="Arial Rounded MT Bold"/>
                <a:ea typeface="Arial Rounded MT Bold"/>
                <a:cs typeface="Arial Rounded MT Bold"/>
              </a:rPr>
              <a:t>Query</a:t>
            </a:r>
            <a:r>
              <a:rPr lang="zh-CN" altLang="en-US" sz="1800" b="1" i="0" dirty="0">
                <a:solidFill>
                  <a:srgbClr val="171717"/>
                </a:solidFill>
                <a:latin typeface="Arial Rounded MT Bold"/>
                <a:ea typeface="Arial Rounded MT Bold"/>
                <a:cs typeface="Arial Rounded MT Bold"/>
              </a:rPr>
              <a:t> </a:t>
            </a:r>
            <a:r>
              <a:rPr lang="en-US" altLang="zh-CN" sz="1800" b="1" i="0" dirty="0">
                <a:solidFill>
                  <a:srgbClr val="171717"/>
                </a:solidFill>
                <a:latin typeface="Arial Rounded MT Bold"/>
                <a:ea typeface="Arial Rounded MT Bold"/>
                <a:cs typeface="Arial Rounded MT Bold"/>
              </a:rPr>
              <a:t>Planning</a:t>
            </a:r>
            <a:endParaRPr sz="1800" b="1" i="0" dirty="0">
              <a:solidFill>
                <a:srgbClr val="171717"/>
              </a:solidFill>
              <a:latin typeface="Arial Rounded MT Bold"/>
              <a:ea typeface="Arial Rounded MT Bold"/>
              <a:cs typeface="Arial Rounded MT Bold"/>
            </a:endParaRPr>
          </a:p>
        </p:txBody>
      </p:sp>
      <p:sp>
        <p:nvSpPr>
          <p:cNvPr id="374" name="HIER-efficiency-subtitle">
            <a:extLst>
              <a:ext uri="{FF2B5EF4-FFF2-40B4-BE49-F238E27FC236}">
                <a16:creationId xmlns:a16="http://schemas.microsoft.com/office/drawing/2014/main" id="{91F0D762-EE99-45AE-AF0B-83FC7A752056}"/>
              </a:ext>
            </a:extLst>
          </p:cNvPr>
          <p:cNvSpPr>
            <a:spLocks noGrp="1"/>
          </p:cNvSpPr>
          <p:nvPr/>
        </p:nvSpPr>
        <p:spPr>
          <a:xfrm>
            <a:off x="2387314" y="6077940"/>
            <a:ext cx="6191250" cy="295275"/>
          </a:xfrm>
          <a:prstGeom prst="rect">
            <a:avLst/>
          </a:prstGeom>
          <a:noFill/>
          <a:ln w="0">
            <a:noFill/>
          </a:ln>
        </p:spPr>
        <p:txBody>
          <a:bodyPr wrap="none" lIns="0" tIns="0" rIns="0" bIns="0" anchor="t">
            <a:noAutofit/>
          </a:bodyPr>
          <a:lstStyle>
            <a:defPPr algn="l">
              <a:defRPr sz="1800" b="1" i="0">
                <a:solidFill>
                  <a:srgbClr val="171717"/>
                </a:solidFill>
                <a:latin typeface="Arial Rounded MT Bold"/>
                <a:ea typeface="Arial Rounded MT Bold"/>
                <a:cs typeface="Arial Rounded MT Bold"/>
              </a:defRPr>
            </a:defPPr>
            <a:lvl1pPr algn="l">
              <a:defRPr sz="1800" b="1" i="0">
                <a:solidFill>
                  <a:srgbClr val="171717"/>
                </a:solidFill>
                <a:latin typeface="Arial Rounded MT Bold"/>
                <a:ea typeface="Arial Rounded MT Bold"/>
                <a:cs typeface="Arial Rounded MT Bold"/>
              </a:defRPr>
            </a:lvl1pPr>
            <a:lvl2pPr algn="l">
              <a:defRPr sz="1800" b="1" i="0">
                <a:solidFill>
                  <a:srgbClr val="171717"/>
                </a:solidFill>
                <a:latin typeface="Arial Rounded MT Bold"/>
                <a:ea typeface="Arial Rounded MT Bold"/>
                <a:cs typeface="Arial Rounded MT Bold"/>
              </a:defRPr>
            </a:lvl2pPr>
            <a:lvl3pPr algn="l">
              <a:defRPr sz="1800" b="1" i="0">
                <a:solidFill>
                  <a:srgbClr val="171717"/>
                </a:solidFill>
                <a:latin typeface="Arial Rounded MT Bold"/>
                <a:ea typeface="Arial Rounded MT Bold"/>
                <a:cs typeface="Arial Rounded MT Bold"/>
              </a:defRPr>
            </a:lvl3pPr>
            <a:lvl4pPr algn="l">
              <a:defRPr sz="1800" b="1" i="0">
                <a:solidFill>
                  <a:srgbClr val="171717"/>
                </a:solidFill>
                <a:latin typeface="Arial Rounded MT Bold"/>
                <a:ea typeface="Arial Rounded MT Bold"/>
                <a:cs typeface="Arial Rounded MT Bold"/>
              </a:defRPr>
            </a:lvl4pPr>
            <a:lvl5pPr algn="l">
              <a:defRPr sz="1800" b="1" i="0">
                <a:solidFill>
                  <a:srgbClr val="171717"/>
                </a:solidFill>
                <a:latin typeface="Arial Rounded MT Bold"/>
                <a:ea typeface="Arial Rounded MT Bold"/>
                <a:cs typeface="Arial Rounded MT Bold"/>
              </a:defRPr>
            </a:lvl5pPr>
            <a:lvl6pPr algn="l">
              <a:defRPr sz="1800" b="1" i="0">
                <a:solidFill>
                  <a:srgbClr val="171717"/>
                </a:solidFill>
                <a:latin typeface="Arial Rounded MT Bold"/>
                <a:ea typeface="Arial Rounded MT Bold"/>
                <a:cs typeface="Arial Rounded MT Bold"/>
              </a:defRPr>
            </a:lvl6pPr>
            <a:lvl7pPr algn="l">
              <a:defRPr sz="1800" b="1" i="0">
                <a:solidFill>
                  <a:srgbClr val="171717"/>
                </a:solidFill>
                <a:latin typeface="Arial Rounded MT Bold"/>
                <a:ea typeface="Arial Rounded MT Bold"/>
                <a:cs typeface="Arial Rounded MT Bold"/>
              </a:defRPr>
            </a:lvl7pPr>
            <a:lvl8pPr algn="l">
              <a:defRPr sz="1800" b="1" i="0">
                <a:solidFill>
                  <a:srgbClr val="171717"/>
                </a:solidFill>
                <a:latin typeface="Arial Rounded MT Bold"/>
                <a:ea typeface="Arial Rounded MT Bold"/>
                <a:cs typeface="Arial Rounded MT Bold"/>
              </a:defRPr>
            </a:lvl8pPr>
            <a:lvl9pPr algn="l">
              <a:defRPr sz="1800" b="1" i="0">
                <a:solidFill>
                  <a:srgbClr val="171717"/>
                </a:solidFill>
                <a:latin typeface="Arial Rounded MT Bold"/>
                <a:ea typeface="Arial Rounded MT Bold"/>
                <a:cs typeface="Arial Rounded MT Bold"/>
              </a:defRPr>
            </a:lvl9pPr>
          </a:lstStyle>
          <a:p>
            <a:pPr algn="l">
              <a:lnSpc>
                <a:spcPct val="100000"/>
              </a:lnSpc>
              <a:buNone/>
              <a:defRPr sz="1800" b="1" i="0">
                <a:solidFill>
                  <a:srgbClr val="171717"/>
                </a:solidFill>
                <a:latin typeface="Arial Rounded MT Bold"/>
                <a:ea typeface="Arial Rounded MT Bold"/>
                <a:cs typeface="Arial Rounded MT Bold"/>
              </a:defRPr>
            </a:pPr>
            <a:r>
              <a:rPr sz="1800" b="1" i="0" dirty="0">
                <a:solidFill>
                  <a:srgbClr val="171717"/>
                </a:solidFill>
                <a:latin typeface="Arial Rounded MT Bold"/>
                <a:ea typeface="Arial Rounded MT Bold"/>
                <a:cs typeface="Arial Rounded MT Bold"/>
              </a:rPr>
              <a:t>Cost-aware </a:t>
            </a:r>
            <a:r>
              <a:rPr lang="en-US" altLang="zh-CN" sz="1800" b="1" i="0" dirty="0">
                <a:solidFill>
                  <a:srgbClr val="171717"/>
                </a:solidFill>
                <a:latin typeface="Arial Rounded MT Bold"/>
                <a:ea typeface="Arial Rounded MT Bold"/>
                <a:cs typeface="Arial Rounded MT Bold"/>
              </a:rPr>
              <a:t>E</a:t>
            </a:r>
            <a:r>
              <a:rPr sz="1800" b="1" i="0" dirty="0">
                <a:solidFill>
                  <a:srgbClr val="171717"/>
                </a:solidFill>
                <a:latin typeface="Arial Rounded MT Bold"/>
                <a:ea typeface="Arial Rounded MT Bold"/>
                <a:cs typeface="Arial Rounded MT Bold"/>
              </a:rPr>
              <a:t>xecution</a:t>
            </a:r>
          </a:p>
        </p:txBody>
      </p:sp>
      <p:pic>
        <p:nvPicPr>
          <p:cNvPr id="401" name="图片 400">
            <a:extLst>
              <a:ext uri="{FF2B5EF4-FFF2-40B4-BE49-F238E27FC236}">
                <a16:creationId xmlns:a16="http://schemas.microsoft.com/office/drawing/2014/main" id="{28EB6638-EBF1-A557-8270-3F58A8481D94}"/>
              </a:ext>
            </a:extLst>
          </p:cNvPr>
          <p:cNvPicPr>
            <a:picLocks noChangeAspect="1"/>
          </p:cNvPicPr>
          <p:nvPr/>
        </p:nvPicPr>
        <p:blipFill>
          <a:blip r:embed="rId5"/>
          <a:stretch>
            <a:fillRect/>
          </a:stretch>
        </p:blipFill>
        <p:spPr>
          <a:xfrm flipV="1">
            <a:off x="11851058" y="6787260"/>
            <a:ext cx="420454" cy="420454"/>
          </a:xfrm>
          <a:prstGeom prst="rect">
            <a:avLst/>
          </a:prstGeom>
        </p:spPr>
      </p:pic>
      <p:sp>
        <p:nvSpPr>
          <p:cNvPr id="402" name="EFF-record-label">
            <a:extLst>
              <a:ext uri="{FF2B5EF4-FFF2-40B4-BE49-F238E27FC236}">
                <a16:creationId xmlns:a16="http://schemas.microsoft.com/office/drawing/2014/main" id="{08C82CFE-3F62-DBD4-DBFB-8FD5009FD57D}"/>
              </a:ext>
            </a:extLst>
          </p:cNvPr>
          <p:cNvSpPr>
            <a:spLocks noGrp="1"/>
          </p:cNvSpPr>
          <p:nvPr/>
        </p:nvSpPr>
        <p:spPr>
          <a:xfrm>
            <a:off x="11529354" y="6533481"/>
            <a:ext cx="1063864" cy="371234"/>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lang="en-US" altLang="zh-CN" sz="1275" b="0" i="0" dirty="0">
                <a:solidFill>
                  <a:schemeClr val="tx2">
                    <a:lumMod val="75000"/>
                    <a:lumOff val="25000"/>
                  </a:schemeClr>
                </a:solidFill>
                <a:latin typeface="Trebuchet MS"/>
                <a:ea typeface="Trebuchet MS"/>
                <a:cs typeface="Trebuchet MS"/>
              </a:rPr>
              <a:t>Use</a:t>
            </a:r>
            <a:endParaRPr lang="en-US" sz="1275" b="0" i="0" dirty="0">
              <a:solidFill>
                <a:schemeClr val="tx2">
                  <a:lumMod val="75000"/>
                  <a:lumOff val="25000"/>
                </a:schemeClr>
              </a:solidFill>
              <a:latin typeface="Trebuchet MS"/>
              <a:ea typeface="Trebuchet MS"/>
              <a:cs typeface="Trebuchet MS"/>
            </a:endParaRPr>
          </a:p>
        </p:txBody>
      </p:sp>
      <p:sp>
        <p:nvSpPr>
          <p:cNvPr id="407" name="READ-efficiency">
            <a:extLst>
              <a:ext uri="{FF2B5EF4-FFF2-40B4-BE49-F238E27FC236}">
                <a16:creationId xmlns:a16="http://schemas.microsoft.com/office/drawing/2014/main" id="{D3DA1ADA-C7BA-BE64-85D0-822660852791}"/>
              </a:ext>
            </a:extLst>
          </p:cNvPr>
          <p:cNvSpPr>
            <a:spLocks noGrp="1"/>
          </p:cNvSpPr>
          <p:nvPr/>
        </p:nvSpPr>
        <p:spPr>
          <a:xfrm>
            <a:off x="11884576" y="4375825"/>
            <a:ext cx="953" cy="953"/>
          </a:xfrm>
          <a:prstGeom prst="roundRect">
            <a:avLst>
              <a:gd name="adj" fmla="val 0"/>
            </a:avLst>
          </a:prstGeom>
          <a:noFill/>
          <a:ln w="0">
            <a:noFill/>
            <a:prstDash val="solid"/>
          </a:ln>
        </p:spPr>
      </p:sp>
      <p:sp>
        <p:nvSpPr>
          <p:cNvPr id="408" name="READ-experience">
            <a:extLst>
              <a:ext uri="{FF2B5EF4-FFF2-40B4-BE49-F238E27FC236}">
                <a16:creationId xmlns:a16="http://schemas.microsoft.com/office/drawing/2014/main" id="{1E3489A7-162F-6751-6BF9-64A9693B3BEF}"/>
              </a:ext>
            </a:extLst>
          </p:cNvPr>
          <p:cNvSpPr>
            <a:spLocks noGrp="1"/>
          </p:cNvSpPr>
          <p:nvPr/>
        </p:nvSpPr>
        <p:spPr>
          <a:xfrm>
            <a:off x="11884576" y="4242475"/>
            <a:ext cx="953" cy="953"/>
          </a:xfrm>
          <a:prstGeom prst="roundRect">
            <a:avLst>
              <a:gd name="adj" fmla="val 0"/>
            </a:avLst>
          </a:prstGeom>
          <a:noFill/>
          <a:ln w="0">
            <a:noFill/>
            <a:prstDash val="solid"/>
          </a:ln>
        </p:spPr>
      </p:sp>
      <p:sp>
        <p:nvSpPr>
          <p:cNvPr id="409" name="EFF-record-label">
            <a:extLst>
              <a:ext uri="{FF2B5EF4-FFF2-40B4-BE49-F238E27FC236}">
                <a16:creationId xmlns:a16="http://schemas.microsoft.com/office/drawing/2014/main" id="{8534791F-844E-75EF-5C02-C75938249832}"/>
              </a:ext>
            </a:extLst>
          </p:cNvPr>
          <p:cNvSpPr>
            <a:spLocks noGrp="1"/>
          </p:cNvSpPr>
          <p:nvPr/>
        </p:nvSpPr>
        <p:spPr>
          <a:xfrm>
            <a:off x="11535369" y="4683354"/>
            <a:ext cx="1063864" cy="371234"/>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sz="1275" b="0" i="0" dirty="0">
                <a:solidFill>
                  <a:schemeClr val="tx2">
                    <a:lumMod val="75000"/>
                    <a:lumOff val="25000"/>
                  </a:schemeClr>
                </a:solidFill>
                <a:latin typeface="Trebuchet MS"/>
                <a:ea typeface="Trebuchet MS"/>
                <a:cs typeface="Trebuchet MS"/>
              </a:rPr>
              <a:t>Update</a:t>
            </a:r>
            <a:endParaRPr lang="en-US" sz="1275" b="0" i="0" dirty="0">
              <a:solidFill>
                <a:schemeClr val="tx2">
                  <a:lumMod val="75000"/>
                  <a:lumOff val="25000"/>
                </a:schemeClr>
              </a:solidFill>
              <a:latin typeface="Trebuchet MS"/>
              <a:ea typeface="Trebuchet MS"/>
              <a:cs typeface="Trebuchet MS"/>
            </a:endParaRPr>
          </a:p>
        </p:txBody>
      </p:sp>
      <p:pic>
        <p:nvPicPr>
          <p:cNvPr id="410" name="图片 409">
            <a:extLst>
              <a:ext uri="{FF2B5EF4-FFF2-40B4-BE49-F238E27FC236}">
                <a16:creationId xmlns:a16="http://schemas.microsoft.com/office/drawing/2014/main" id="{7B157714-2209-5266-2122-53304EB9AA04}"/>
              </a:ext>
            </a:extLst>
          </p:cNvPr>
          <p:cNvPicPr>
            <a:picLocks noChangeAspect="1"/>
          </p:cNvPicPr>
          <p:nvPr/>
        </p:nvPicPr>
        <p:blipFill>
          <a:blip r:embed="rId5"/>
          <a:stretch>
            <a:fillRect/>
          </a:stretch>
        </p:blipFill>
        <p:spPr>
          <a:xfrm flipV="1">
            <a:off x="11857073" y="4248411"/>
            <a:ext cx="420454" cy="420454"/>
          </a:xfrm>
          <a:prstGeom prst="rect">
            <a:avLst/>
          </a:prstGeom>
        </p:spPr>
      </p:pic>
      <p:sp>
        <p:nvSpPr>
          <p:cNvPr id="411" name="EFF-record-label">
            <a:extLst>
              <a:ext uri="{FF2B5EF4-FFF2-40B4-BE49-F238E27FC236}">
                <a16:creationId xmlns:a16="http://schemas.microsoft.com/office/drawing/2014/main" id="{0E96CB31-7903-1CB9-A5F8-D8560C2E2ED2}"/>
              </a:ext>
            </a:extLst>
          </p:cNvPr>
          <p:cNvSpPr>
            <a:spLocks noGrp="1"/>
          </p:cNvSpPr>
          <p:nvPr/>
        </p:nvSpPr>
        <p:spPr>
          <a:xfrm>
            <a:off x="11535369" y="3994632"/>
            <a:ext cx="1063864" cy="371234"/>
          </a:xfrm>
          <a:prstGeom prst="rect">
            <a:avLst/>
          </a:prstGeom>
          <a:noFill/>
          <a:ln w="0">
            <a:noFill/>
          </a:ln>
        </p:spPr>
        <p:txBody>
          <a:bodyPr wrap="none" lIns="0" tIns="0" rIns="0" bIns="0" anchor="t">
            <a:noAutofit/>
          </a:bodyPr>
          <a:lstStyle>
            <a:defPPr algn="l">
              <a:defRPr sz="1275" b="0" i="0">
                <a:solidFill>
                  <a:srgbClr val="171717"/>
                </a:solidFill>
                <a:latin typeface="Trebuchet MS"/>
                <a:ea typeface="Trebuchet MS"/>
                <a:cs typeface="Trebuchet MS"/>
              </a:defRPr>
            </a:defPPr>
            <a:lvl1pPr algn="l">
              <a:defRPr sz="1275" b="0" i="0">
                <a:solidFill>
                  <a:srgbClr val="171717"/>
                </a:solidFill>
                <a:latin typeface="Trebuchet MS"/>
                <a:ea typeface="Trebuchet MS"/>
                <a:cs typeface="Trebuchet MS"/>
              </a:defRPr>
            </a:lvl1pPr>
            <a:lvl2pPr algn="l">
              <a:defRPr sz="1275" b="0" i="0">
                <a:solidFill>
                  <a:srgbClr val="171717"/>
                </a:solidFill>
                <a:latin typeface="Trebuchet MS"/>
                <a:ea typeface="Trebuchet MS"/>
                <a:cs typeface="Trebuchet MS"/>
              </a:defRPr>
            </a:lvl2pPr>
            <a:lvl3pPr algn="l">
              <a:defRPr sz="1275" b="0" i="0">
                <a:solidFill>
                  <a:srgbClr val="171717"/>
                </a:solidFill>
                <a:latin typeface="Trebuchet MS"/>
                <a:ea typeface="Trebuchet MS"/>
                <a:cs typeface="Trebuchet MS"/>
              </a:defRPr>
            </a:lvl3pPr>
            <a:lvl4pPr algn="l">
              <a:defRPr sz="1275" b="0" i="0">
                <a:solidFill>
                  <a:srgbClr val="171717"/>
                </a:solidFill>
                <a:latin typeface="Trebuchet MS"/>
                <a:ea typeface="Trebuchet MS"/>
                <a:cs typeface="Trebuchet MS"/>
              </a:defRPr>
            </a:lvl4pPr>
            <a:lvl5pPr algn="l">
              <a:defRPr sz="1275" b="0" i="0">
                <a:solidFill>
                  <a:srgbClr val="171717"/>
                </a:solidFill>
                <a:latin typeface="Trebuchet MS"/>
                <a:ea typeface="Trebuchet MS"/>
                <a:cs typeface="Trebuchet MS"/>
              </a:defRPr>
            </a:lvl5pPr>
            <a:lvl6pPr algn="l">
              <a:defRPr sz="1275" b="0" i="0">
                <a:solidFill>
                  <a:srgbClr val="171717"/>
                </a:solidFill>
                <a:latin typeface="Trebuchet MS"/>
                <a:ea typeface="Trebuchet MS"/>
                <a:cs typeface="Trebuchet MS"/>
              </a:defRPr>
            </a:lvl6pPr>
            <a:lvl7pPr algn="l">
              <a:defRPr sz="1275" b="0" i="0">
                <a:solidFill>
                  <a:srgbClr val="171717"/>
                </a:solidFill>
                <a:latin typeface="Trebuchet MS"/>
                <a:ea typeface="Trebuchet MS"/>
                <a:cs typeface="Trebuchet MS"/>
              </a:defRPr>
            </a:lvl7pPr>
            <a:lvl8pPr algn="l">
              <a:defRPr sz="1275" b="0" i="0">
                <a:solidFill>
                  <a:srgbClr val="171717"/>
                </a:solidFill>
                <a:latin typeface="Trebuchet MS"/>
                <a:ea typeface="Trebuchet MS"/>
                <a:cs typeface="Trebuchet MS"/>
              </a:defRPr>
            </a:lvl8pPr>
            <a:lvl9pPr algn="l">
              <a:defRPr sz="1275" b="0" i="0">
                <a:solidFill>
                  <a:srgbClr val="171717"/>
                </a:solidFill>
                <a:latin typeface="Trebuchet MS"/>
                <a:ea typeface="Trebuchet MS"/>
                <a:cs typeface="Trebuchet MS"/>
              </a:defRPr>
            </a:lvl9pPr>
          </a:lstStyle>
          <a:p>
            <a:pPr algn="ctr">
              <a:lnSpc>
                <a:spcPct val="100000"/>
              </a:lnSpc>
              <a:buNone/>
              <a:defRPr sz="1275" b="0" i="0">
                <a:solidFill>
                  <a:srgbClr val="171717"/>
                </a:solidFill>
                <a:latin typeface="Trebuchet MS"/>
                <a:ea typeface="Trebuchet MS"/>
                <a:cs typeface="Trebuchet MS"/>
              </a:defRPr>
            </a:pPr>
            <a:r>
              <a:rPr lang="en-US" altLang="zh-CN" sz="1275" b="0" i="0" dirty="0">
                <a:solidFill>
                  <a:schemeClr val="tx2">
                    <a:lumMod val="75000"/>
                    <a:lumOff val="25000"/>
                  </a:schemeClr>
                </a:solidFill>
                <a:latin typeface="Trebuchet MS"/>
                <a:ea typeface="Trebuchet MS"/>
                <a:cs typeface="Trebuchet MS"/>
              </a:rPr>
              <a:t>Use</a:t>
            </a:r>
            <a:endParaRPr lang="en-US" sz="1275" b="0" i="0" dirty="0">
              <a:solidFill>
                <a:schemeClr val="tx2">
                  <a:lumMod val="75000"/>
                  <a:lumOff val="25000"/>
                </a:schemeClr>
              </a:solidFill>
              <a:latin typeface="Trebuchet MS"/>
              <a:ea typeface="Trebuchet MS"/>
              <a:cs typeface="Trebuchet MS"/>
            </a:endParaRPr>
          </a:p>
        </p:txBody>
      </p:sp>
      <p:cxnSp>
        <p:nvCxnSpPr>
          <p:cNvPr id="417" name="DIALOG-answer-to-user">
            <a:extLst>
              <a:ext uri="{FF2B5EF4-FFF2-40B4-BE49-F238E27FC236}">
                <a16:creationId xmlns:a16="http://schemas.microsoft.com/office/drawing/2014/main" id="{66932E6E-41B7-53B2-D8D0-8E86A42A84EF}"/>
              </a:ext>
            </a:extLst>
          </p:cNvPr>
          <p:cNvCxnSpPr>
            <a:cxnSpLocks/>
          </p:cNvCxnSpPr>
          <p:nvPr/>
        </p:nvCxnSpPr>
        <p:spPr>
          <a:xfrm flipH="1">
            <a:off x="6496996" y="1048977"/>
            <a:ext cx="3121299" cy="0"/>
          </a:xfrm>
          <a:prstGeom prst="straightConnector1">
            <a:avLst/>
          </a:prstGeom>
          <a:ln w="26670">
            <a:solidFill>
              <a:srgbClr val="171717"/>
            </a:solidFill>
            <a:prstDash val="solid"/>
            <a:headEnd type="none" w="med" len="med"/>
            <a:tailEnd type="triangle" w="med" len="med"/>
          </a:ln>
        </p:spPr>
      </p:cxnSp>
      <p:sp>
        <p:nvSpPr>
          <p:cNvPr id="425" name="QUERY-label">
            <a:extLst>
              <a:ext uri="{FF2B5EF4-FFF2-40B4-BE49-F238E27FC236}">
                <a16:creationId xmlns:a16="http://schemas.microsoft.com/office/drawing/2014/main" id="{B823CBBE-987B-B398-26A6-CC1A481B365C}"/>
              </a:ext>
            </a:extLst>
          </p:cNvPr>
          <p:cNvSpPr>
            <a:spLocks noGrp="1"/>
          </p:cNvSpPr>
          <p:nvPr/>
        </p:nvSpPr>
        <p:spPr>
          <a:xfrm>
            <a:off x="8972513" y="1346637"/>
            <a:ext cx="1439484" cy="238125"/>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r>
              <a:rPr lang="en-US" altLang="zh-CN" sz="1800" b="1" dirty="0">
                <a:solidFill>
                  <a:schemeClr val="accent1">
                    <a:lumMod val="75000"/>
                  </a:schemeClr>
                </a:solidFill>
                <a:latin typeface="Chalkboard" panose="03050602040202020205" pitchFamily="66" charset="0"/>
              </a:rPr>
              <a:t>How</a:t>
            </a:r>
            <a:r>
              <a:rPr lang="zh-CN" altLang="en-US" sz="1800" b="1" dirty="0">
                <a:solidFill>
                  <a:schemeClr val="accent1">
                    <a:lumMod val="75000"/>
                  </a:schemeClr>
                </a:solidFill>
                <a:latin typeface="Chalkboard" panose="03050602040202020205" pitchFamily="66" charset="0"/>
              </a:rPr>
              <a:t> </a:t>
            </a:r>
            <a:r>
              <a:rPr lang="en-US" altLang="zh-CN" sz="1800" b="1" dirty="0">
                <a:solidFill>
                  <a:schemeClr val="accent1">
                    <a:lumMod val="75000"/>
                  </a:schemeClr>
                </a:solidFill>
                <a:latin typeface="Chalkboard" panose="03050602040202020205" pitchFamily="66" charset="0"/>
              </a:rPr>
              <a:t>to</a:t>
            </a:r>
            <a:r>
              <a:rPr lang="zh-CN" altLang="en-US" sz="1800" b="1" dirty="0">
                <a:solidFill>
                  <a:schemeClr val="accent1">
                    <a:lumMod val="75000"/>
                  </a:schemeClr>
                </a:solidFill>
                <a:latin typeface="Chalkboard" panose="03050602040202020205" pitchFamily="66" charset="0"/>
              </a:rPr>
              <a:t> </a:t>
            </a:r>
            <a:r>
              <a:rPr lang="en-US" altLang="zh-CN" sz="1800" b="1" dirty="0">
                <a:solidFill>
                  <a:schemeClr val="accent1">
                    <a:lumMod val="75000"/>
                  </a:schemeClr>
                </a:solidFill>
                <a:latin typeface="Chalkboard" panose="03050602040202020205" pitchFamily="66" charset="0"/>
              </a:rPr>
              <a:t>use?</a:t>
            </a:r>
            <a:endParaRPr sz="1800" b="1" dirty="0">
              <a:solidFill>
                <a:schemeClr val="accent1">
                  <a:lumMod val="75000"/>
                </a:schemeClr>
              </a:solidFill>
              <a:latin typeface="Chalkboard" panose="03050602040202020205" pitchFamily="66" charset="0"/>
            </a:endParaRPr>
          </a:p>
        </p:txBody>
      </p:sp>
      <p:sp>
        <p:nvSpPr>
          <p:cNvPr id="426" name="下箭头 425">
            <a:extLst>
              <a:ext uri="{FF2B5EF4-FFF2-40B4-BE49-F238E27FC236}">
                <a16:creationId xmlns:a16="http://schemas.microsoft.com/office/drawing/2014/main" id="{9DE7A242-FAA5-86F9-86EF-AFB9F0B6B8F2}"/>
              </a:ext>
            </a:extLst>
          </p:cNvPr>
          <p:cNvSpPr/>
          <p:nvPr/>
        </p:nvSpPr>
        <p:spPr>
          <a:xfrm>
            <a:off x="10365999" y="1260651"/>
            <a:ext cx="317976" cy="530685"/>
          </a:xfrm>
          <a:prstGeom prst="downArrow">
            <a:avLst/>
          </a:prstGeom>
          <a:solidFill>
            <a:schemeClr val="accent1">
              <a:lumMod val="20000"/>
              <a:lumOff val="80000"/>
            </a:schemeClr>
          </a:solidFill>
          <a:ln w="23813">
            <a:solidFill>
              <a:srgbClr val="171717"/>
            </a:solidFill>
            <a:prstDash val="solid"/>
          </a:ln>
        </p:spPr>
        <p:txBody>
          <a:bodyPr rtlCol="0" anchor="ctr"/>
          <a:lstStyle/>
          <a:p>
            <a:pPr algn="ctr"/>
            <a:endParaRPr kumimoji="1" lang="zh-CN" altLang="en-US"/>
          </a:p>
        </p:txBody>
      </p:sp>
      <p:sp>
        <p:nvSpPr>
          <p:cNvPr id="427" name="QUERY-label">
            <a:extLst>
              <a:ext uri="{FF2B5EF4-FFF2-40B4-BE49-F238E27FC236}">
                <a16:creationId xmlns:a16="http://schemas.microsoft.com/office/drawing/2014/main" id="{C4A7EEF5-8BA6-DEC4-E848-C25152762387}"/>
              </a:ext>
            </a:extLst>
          </p:cNvPr>
          <p:cNvSpPr>
            <a:spLocks noGrp="1"/>
          </p:cNvSpPr>
          <p:nvPr/>
        </p:nvSpPr>
        <p:spPr>
          <a:xfrm>
            <a:off x="10831263" y="1190241"/>
            <a:ext cx="1439484" cy="238125"/>
          </a:xfrm>
          <a:prstGeom prst="rect">
            <a:avLst/>
          </a:prstGeom>
          <a:noFill/>
          <a:ln w="0">
            <a:noFill/>
          </a:ln>
        </p:spPr>
        <p:txBody>
          <a:bodyPr wrap="none" lIns="0" tIns="0" rIns="0" bIns="0" anchor="t">
            <a:noAutofit/>
          </a:bodyPr>
          <a:lstStyle>
            <a:defPPr algn="l">
              <a:defRPr sz="1350" b="0" i="0">
                <a:solidFill>
                  <a:srgbClr val="171717"/>
                </a:solidFill>
                <a:latin typeface="Trebuchet MS"/>
                <a:ea typeface="Trebuchet MS"/>
                <a:cs typeface="Trebuchet MS"/>
              </a:defRPr>
            </a:defPPr>
            <a:lvl1pPr algn="l">
              <a:defRPr sz="1350" b="0" i="0">
                <a:solidFill>
                  <a:srgbClr val="171717"/>
                </a:solidFill>
                <a:latin typeface="Trebuchet MS"/>
                <a:ea typeface="Trebuchet MS"/>
                <a:cs typeface="Trebuchet MS"/>
              </a:defRPr>
            </a:lvl1pPr>
            <a:lvl2pPr algn="l">
              <a:defRPr sz="1350" b="0" i="0">
                <a:solidFill>
                  <a:srgbClr val="171717"/>
                </a:solidFill>
                <a:latin typeface="Trebuchet MS"/>
                <a:ea typeface="Trebuchet MS"/>
                <a:cs typeface="Trebuchet MS"/>
              </a:defRPr>
            </a:lvl2pPr>
            <a:lvl3pPr algn="l">
              <a:defRPr sz="1350" b="0" i="0">
                <a:solidFill>
                  <a:srgbClr val="171717"/>
                </a:solidFill>
                <a:latin typeface="Trebuchet MS"/>
                <a:ea typeface="Trebuchet MS"/>
                <a:cs typeface="Trebuchet MS"/>
              </a:defRPr>
            </a:lvl3pPr>
            <a:lvl4pPr algn="l">
              <a:defRPr sz="1350" b="0" i="0">
                <a:solidFill>
                  <a:srgbClr val="171717"/>
                </a:solidFill>
                <a:latin typeface="Trebuchet MS"/>
                <a:ea typeface="Trebuchet MS"/>
                <a:cs typeface="Trebuchet MS"/>
              </a:defRPr>
            </a:lvl4pPr>
            <a:lvl5pPr algn="l">
              <a:defRPr sz="1350" b="0" i="0">
                <a:solidFill>
                  <a:srgbClr val="171717"/>
                </a:solidFill>
                <a:latin typeface="Trebuchet MS"/>
                <a:ea typeface="Trebuchet MS"/>
                <a:cs typeface="Trebuchet MS"/>
              </a:defRPr>
            </a:lvl5pPr>
            <a:lvl6pPr algn="l">
              <a:defRPr sz="1350" b="0" i="0">
                <a:solidFill>
                  <a:srgbClr val="171717"/>
                </a:solidFill>
                <a:latin typeface="Trebuchet MS"/>
                <a:ea typeface="Trebuchet MS"/>
                <a:cs typeface="Trebuchet MS"/>
              </a:defRPr>
            </a:lvl6pPr>
            <a:lvl7pPr algn="l">
              <a:defRPr sz="1350" b="0" i="0">
                <a:solidFill>
                  <a:srgbClr val="171717"/>
                </a:solidFill>
                <a:latin typeface="Trebuchet MS"/>
                <a:ea typeface="Trebuchet MS"/>
                <a:cs typeface="Trebuchet MS"/>
              </a:defRPr>
            </a:lvl7pPr>
            <a:lvl8pPr algn="l">
              <a:defRPr sz="1350" b="0" i="0">
                <a:solidFill>
                  <a:srgbClr val="171717"/>
                </a:solidFill>
                <a:latin typeface="Trebuchet MS"/>
                <a:ea typeface="Trebuchet MS"/>
                <a:cs typeface="Trebuchet MS"/>
              </a:defRPr>
            </a:lvl8pPr>
            <a:lvl9pPr algn="l">
              <a:defRPr sz="1350" b="0" i="0">
                <a:solidFill>
                  <a:srgbClr val="171717"/>
                </a:solidFill>
                <a:latin typeface="Trebuchet MS"/>
                <a:ea typeface="Trebuchet MS"/>
                <a:cs typeface="Trebuchet MS"/>
              </a:defRPr>
            </a:lvl9pPr>
          </a:lstStyle>
          <a:p>
            <a:r>
              <a:rPr lang="en-US" altLang="zh-CN" sz="1800" b="1" dirty="0">
                <a:solidFill>
                  <a:schemeClr val="accent1">
                    <a:lumMod val="75000"/>
                  </a:schemeClr>
                </a:solidFill>
                <a:latin typeface="Chalkboard" panose="03050602040202020205" pitchFamily="66" charset="0"/>
              </a:rPr>
              <a:t>How</a:t>
            </a:r>
            <a:r>
              <a:rPr lang="zh-CN" altLang="en-US" sz="1800" b="1" dirty="0">
                <a:solidFill>
                  <a:schemeClr val="accent1">
                    <a:lumMod val="75000"/>
                  </a:schemeClr>
                </a:solidFill>
                <a:latin typeface="Chalkboard" panose="03050602040202020205" pitchFamily="66" charset="0"/>
              </a:rPr>
              <a:t> </a:t>
            </a:r>
            <a:r>
              <a:rPr lang="en-US" altLang="zh-CN" sz="1800" b="1" dirty="0">
                <a:solidFill>
                  <a:schemeClr val="accent1">
                    <a:lumMod val="75000"/>
                  </a:schemeClr>
                </a:solidFill>
                <a:latin typeface="Chalkboard" panose="03050602040202020205" pitchFamily="66" charset="0"/>
              </a:rPr>
              <a:t>to</a:t>
            </a:r>
            <a:r>
              <a:rPr lang="zh-CN" altLang="en-US" sz="1800" b="1" dirty="0">
                <a:solidFill>
                  <a:schemeClr val="accent1">
                    <a:lumMod val="75000"/>
                  </a:schemeClr>
                </a:solidFill>
                <a:latin typeface="Chalkboard" panose="03050602040202020205" pitchFamily="66" charset="0"/>
              </a:rPr>
              <a:t> </a:t>
            </a:r>
            <a:r>
              <a:rPr lang="en-US" altLang="zh-CN" sz="1800" b="1" dirty="0">
                <a:solidFill>
                  <a:schemeClr val="accent1">
                    <a:lumMod val="75000"/>
                  </a:schemeClr>
                </a:solidFill>
                <a:latin typeface="Chalkboard" panose="03050602040202020205" pitchFamily="66" charset="0"/>
              </a:rPr>
              <a:t>store?</a:t>
            </a:r>
            <a:endParaRPr sz="1800" b="1" dirty="0">
              <a:solidFill>
                <a:schemeClr val="accent1">
                  <a:lumMod val="75000"/>
                </a:schemeClr>
              </a:solidFill>
              <a:latin typeface="Chalkboard" panose="03050602040202020205" pitchFamily="66" charset="0"/>
            </a:endParaRPr>
          </a:p>
        </p:txBody>
      </p:sp>
      <p:sp>
        <p:nvSpPr>
          <p:cNvPr id="428" name="下箭头 427">
            <a:extLst>
              <a:ext uri="{FF2B5EF4-FFF2-40B4-BE49-F238E27FC236}">
                <a16:creationId xmlns:a16="http://schemas.microsoft.com/office/drawing/2014/main" id="{5EF4A88D-2396-C643-9B17-C2B5F7385A6C}"/>
              </a:ext>
            </a:extLst>
          </p:cNvPr>
          <p:cNvSpPr/>
          <p:nvPr/>
        </p:nvSpPr>
        <p:spPr>
          <a:xfrm rot="16200000">
            <a:off x="11715952" y="627790"/>
            <a:ext cx="317976" cy="530685"/>
          </a:xfrm>
          <a:prstGeom prst="downArrow">
            <a:avLst/>
          </a:prstGeom>
          <a:solidFill>
            <a:schemeClr val="accent1">
              <a:lumMod val="20000"/>
              <a:lumOff val="80000"/>
            </a:schemeClr>
          </a:solidFill>
          <a:ln w="23813">
            <a:solidFill>
              <a:srgbClr val="171717"/>
            </a:solidFill>
            <a:prstDash val="solid"/>
          </a:ln>
        </p:spPr>
        <p:txBody>
          <a:bodyPr rtlCol="0" anchor="ctr"/>
          <a:lstStyle/>
          <a:p>
            <a:pPr algn="ctr"/>
            <a:endParaRPr kumimoji="1" lang="zh-CN" altLang="en-US"/>
          </a:p>
        </p:txBody>
      </p:sp>
    </p:spTree>
    <p:extLst>
      <p:ext uri="{BB962C8B-B14F-4D97-AF65-F5344CB8AC3E}">
        <p14:creationId xmlns:p14="http://schemas.microsoft.com/office/powerpoint/2010/main" val="1974145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rebuchet MS"/>
        <a:ea typeface=""/>
        <a:cs typeface=""/>
      </a:majorFont>
      <a:minorFont>
        <a:latin typeface="Trebuchet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rebuchet MS"/>
        <a:ea typeface=""/>
        <a:cs typeface=""/>
      </a:majorFont>
      <a:minorFont>
        <a:latin typeface="Trebuchet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716</TotalTime>
  <Words>1085</Words>
  <Application>Microsoft Macintosh PowerPoint</Application>
  <DocSecurity>0</DocSecurity>
  <PresentationFormat>自定义</PresentationFormat>
  <Paragraphs>186</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 Rounded MT Bold</vt:lpstr>
      <vt:lpstr>Calisto MT</vt:lpstr>
      <vt:lpstr>Chalkboard</vt:lpstr>
      <vt:lpstr>Trebuchet MS</vt:lpstr>
      <vt:lpstr>ChatGPT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张绍磊</cp:lastModifiedBy>
  <cp:revision>5</cp:revision>
  <dcterms:created xsi:type="dcterms:W3CDTF">2026-10-17T09:12:35Z</dcterms:created>
  <dcterms:modified xsi:type="dcterms:W3CDTF">2026-10-18T11:51:40Z</dcterms:modified>
</cp:coreProperties>
</file>